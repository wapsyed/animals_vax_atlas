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-1.xml" ContentType="application/vnd.openxmlformats-officedocument.presentationml.tags+xml"/>
  <Override PartName="/ppt/tags/tag1-2.xml" ContentType="application/vnd.openxmlformats-officedocument.presentationml.tags+xml"/>
  <Override PartName="/ppt/tags/tag1-3.xml" ContentType="application/vnd.openxmlformats-officedocument.presentationml.tags+xml"/>
  <Override PartName="/ppt/tags/tag1-4.xml" ContentType="application/vnd.openxmlformats-officedocument.presentationml.tags+xml"/>
  <Override PartName="/ppt/tags/tag1-5.xml" ContentType="application/vnd.openxmlformats-officedocument.presentationml.tags+xml"/>
  <Override PartName="/ppt/tags/tag1-6.xml" ContentType="application/vnd.openxmlformats-officedocument.presentationml.tags+xml"/>
  <Override PartName="/ppt/tags/tag1-7.xml" ContentType="application/vnd.openxmlformats-officedocument.presentationml.tags+xml"/>
  <Override PartName="/ppt/tags/tag1-8.xml" ContentType="application/vnd.openxmlformats-officedocument.presentationml.tags+xml"/>
  <Override PartName="/ppt/tags/tag1-9.xml" ContentType="application/vnd.openxmlformats-officedocument.presentationml.tags+xml"/>
  <Override PartName="/ppt/tags/tag1-10.xml" ContentType="application/vnd.openxmlformats-officedocument.presentationml.tags+xml"/>
  <Override PartName="/ppt/tags/tag1-11.xml" ContentType="application/vnd.openxmlformats-officedocument.presentationml.tags+xml"/>
  <Override PartName="/ppt/tags/tag1-12.xml" ContentType="application/vnd.openxmlformats-officedocument.presentationml.tags+xml"/>
  <Override PartName="/ppt/tags/tag1-13.xml" ContentType="application/vnd.openxmlformats-officedocument.presentationml.tags+xml"/>
  <Override PartName="/ppt/tags/tag1-14.xml" ContentType="application/vnd.openxmlformats-officedocument.presentationml.tags+xml"/>
  <Override PartName="/ppt/tags/tag1-15.xml" ContentType="application/vnd.openxmlformats-officedocument.presentationml.tags+xml"/>
  <Override PartName="/ppt/tags/tag1-16.xml" ContentType="application/vnd.openxmlformats-officedocument.presentationml.tags+xml"/>
  <Override PartName="/ppt/tags/tag1-17.xml" ContentType="application/vnd.openxmlformats-officedocument.presentationml.tags+xml"/>
  <Override PartName="/ppt/tags/tag1-18.xml" ContentType="application/vnd.openxmlformats-officedocument.presentationml.tags+xml"/>
  <Override PartName="/ppt/tags/tag1-19.xml" ContentType="application/vnd.openxmlformats-officedocument.presentationml.tags+xml"/>
  <Override PartName="/ppt/tags/tag1-20.xml" ContentType="application/vnd.openxmlformats-officedocument.presentationml.tags+xml"/>
  <Override PartName="/ppt/tags/tag1-21.xml" ContentType="application/vnd.openxmlformats-officedocument.presentationml.tags+xml"/>
  <Override PartName="/ppt/tags/tag1-22.xml" ContentType="application/vnd.openxmlformats-officedocument.presentationml.tags+xml"/>
  <Override PartName="/ppt/tags/tag1-23.xml" ContentType="application/vnd.openxmlformats-officedocument.presentationml.tags+xml"/>
  <Override PartName="/ppt/tags/tag1-24.xml" ContentType="application/vnd.openxmlformats-officedocument.presentationml.tags+xml"/>
  <Override PartName="/ppt/tags/tag1-25.xml" ContentType="application/vnd.openxmlformats-officedocument.presentationml.tags+xml"/>
  <Override PartName="/ppt/tags/tag1-26.xml" ContentType="application/vnd.openxmlformats-officedocument.presentationml.tags+xml"/>
  <Override PartName="/ppt/tags/tag1-27.xml" ContentType="application/vnd.openxmlformats-officedocument.presentationml.tags+xml"/>
  <Override PartName="/ppt/tags/tag1-28.xml" ContentType="application/vnd.openxmlformats-officedocument.presentationml.tags+xml"/>
  <Override PartName="/ppt/tags/tag1-29.xml" ContentType="application/vnd.openxmlformats-officedocument.presentationml.tags+xml"/>
  <Override PartName="/ppt/tags/tag1-30.xml" ContentType="application/vnd.openxmlformats-officedocument.presentationml.tags+xml"/>
  <Override PartName="/ppt/tags/tag1-31.xml" ContentType="application/vnd.openxmlformats-officedocument.presentationml.tags+xml"/>
  <Override PartName="/ppt/tags/tag1-32.xml" ContentType="application/vnd.openxmlformats-officedocument.presentationml.tags+xml"/>
  <Override PartName="/ppt/tags/tag1-33.xml" ContentType="application/vnd.openxmlformats-officedocument.presentationml.tags+xml"/>
  <Override PartName="/ppt/tags/tag1-34.xml" ContentType="application/vnd.openxmlformats-officedocument.presentationml.tags+xml"/>
  <Override PartName="/ppt/tags/tag1-35.xml" ContentType="application/vnd.openxmlformats-officedocument.presentationml.tags+xml"/>
  <Override PartName="/ppt/tags/tag1-36.xml" ContentType="application/vnd.openxmlformats-officedocument.presentationml.tags+xml"/>
  <Override PartName="/ppt/tags/tag1-37.xml" ContentType="application/vnd.openxmlformats-officedocument.presentationml.tags+xml"/>
  <Override PartName="/ppt/tags/tag1-38.xml" ContentType="application/vnd.openxmlformats-officedocument.presentationml.tags+xml"/>
  <Override PartName="/ppt/tags/tag1-39.xml" ContentType="application/vnd.openxmlformats-officedocument.presentationml.tags+xml"/>
  <Override PartName="/ppt/tags/tag1-40.xml" ContentType="application/vnd.openxmlformats-officedocument.presentationml.tags+xml"/>
  <Override PartName="/ppt/tags/tag1-41.xml" ContentType="application/vnd.openxmlformats-officedocument.presentationml.tags+xml"/>
  <Override PartName="/ppt/tags/tag1-4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6804000" cy="6804000"/>
  <p:notesSz cx="6804000" cy="680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tags" Target="../tags/tag1-1.xml"/><Relationship Id="rId3" Type="http://schemas.openxmlformats.org/officeDocument/2006/relationships/tags" Target="../tags/tag1-2.xml"/><Relationship Id="rId5" Type="http://schemas.openxmlformats.org/officeDocument/2006/relationships/tags" Target="../tags/tag1-3.xml"/><Relationship Id="rId7" Type="http://schemas.openxmlformats.org/officeDocument/2006/relationships/tags" Target="../tags/tag1-4.xml"/><Relationship Id="rId9" Type="http://schemas.openxmlformats.org/officeDocument/2006/relationships/tags" Target="../tags/tag1-5.xml"/><Relationship Id="rId11" Type="http://schemas.openxmlformats.org/officeDocument/2006/relationships/tags" Target="../tags/tag1-6.xml"/><Relationship Id="rId13" Type="http://schemas.openxmlformats.org/officeDocument/2006/relationships/tags" Target="../tags/tag1-7.xml"/><Relationship Id="rId15" Type="http://schemas.openxmlformats.org/officeDocument/2006/relationships/tags" Target="../tags/tag1-8.xml"/><Relationship Id="rId17" Type="http://schemas.openxmlformats.org/officeDocument/2006/relationships/tags" Target="../tags/tag1-9.xml"/><Relationship Id="rId19" Type="http://schemas.openxmlformats.org/officeDocument/2006/relationships/tags" Target="../tags/tag1-10.xml"/><Relationship Id="rId21" Type="http://schemas.openxmlformats.org/officeDocument/2006/relationships/tags" Target="../tags/tag1-11.xml"/><Relationship Id="rId23" Type="http://schemas.openxmlformats.org/officeDocument/2006/relationships/tags" Target="../tags/tag1-12.xml"/><Relationship Id="rId25" Type="http://schemas.openxmlformats.org/officeDocument/2006/relationships/tags" Target="../tags/tag1-13.xml"/><Relationship Id="rId27" Type="http://schemas.openxmlformats.org/officeDocument/2006/relationships/tags" Target="../tags/tag1-14.xml"/><Relationship Id="rId29" Type="http://schemas.openxmlformats.org/officeDocument/2006/relationships/tags" Target="../tags/tag1-15.xml"/><Relationship Id="rId31" Type="http://schemas.openxmlformats.org/officeDocument/2006/relationships/tags" Target="../tags/tag1-16.xml"/><Relationship Id="rId33" Type="http://schemas.openxmlformats.org/officeDocument/2006/relationships/tags" Target="../tags/tag1-17.xml"/><Relationship Id="rId35" Type="http://schemas.openxmlformats.org/officeDocument/2006/relationships/tags" Target="../tags/tag1-18.xml"/><Relationship Id="rId37" Type="http://schemas.openxmlformats.org/officeDocument/2006/relationships/tags" Target="../tags/tag1-19.xml"/><Relationship Id="rId39" Type="http://schemas.openxmlformats.org/officeDocument/2006/relationships/tags" Target="../tags/tag1-20.xml"/><Relationship Id="rId41" Type="http://schemas.openxmlformats.org/officeDocument/2006/relationships/tags" Target="../tags/tag1-21.xml"/><Relationship Id="rId43" Type="http://schemas.openxmlformats.org/officeDocument/2006/relationships/tags" Target="../tags/tag1-22.xml"/><Relationship Id="rId45" Type="http://schemas.openxmlformats.org/officeDocument/2006/relationships/tags" Target="../tags/tag1-23.xml"/><Relationship Id="rId47" Type="http://schemas.openxmlformats.org/officeDocument/2006/relationships/tags" Target="../tags/tag1-24.xml"/><Relationship Id="rId49" Type="http://schemas.openxmlformats.org/officeDocument/2006/relationships/tags" Target="../tags/tag1-25.xml"/><Relationship Id="rId51" Type="http://schemas.openxmlformats.org/officeDocument/2006/relationships/tags" Target="../tags/tag1-26.xml"/><Relationship Id="rId53" Type="http://schemas.openxmlformats.org/officeDocument/2006/relationships/tags" Target="../tags/tag1-27.xml"/><Relationship Id="rId55" Type="http://schemas.openxmlformats.org/officeDocument/2006/relationships/tags" Target="../tags/tag1-28.xml"/><Relationship Id="rId57" Type="http://schemas.openxmlformats.org/officeDocument/2006/relationships/tags" Target="../tags/tag1-29.xml"/><Relationship Id="rId59" Type="http://schemas.openxmlformats.org/officeDocument/2006/relationships/tags" Target="../tags/tag1-30.xml"/><Relationship Id="rId61" Type="http://schemas.openxmlformats.org/officeDocument/2006/relationships/tags" Target="../tags/tag1-31.xml"/><Relationship Id="rId63" Type="http://schemas.openxmlformats.org/officeDocument/2006/relationships/tags" Target="../tags/tag1-32.xml"/><Relationship Id="rId65" Type="http://schemas.openxmlformats.org/officeDocument/2006/relationships/tags" Target="../tags/tag1-33.xml"/><Relationship Id="rId67" Type="http://schemas.openxmlformats.org/officeDocument/2006/relationships/tags" Target="../tags/tag1-34.xml"/><Relationship Id="rId69" Type="http://schemas.openxmlformats.org/officeDocument/2006/relationships/tags" Target="../tags/tag1-35.xml"/><Relationship Id="rId71" Type="http://schemas.openxmlformats.org/officeDocument/2006/relationships/tags" Target="../tags/tag1-36.xml"/><Relationship Id="rId73" Type="http://schemas.openxmlformats.org/officeDocument/2006/relationships/tags" Target="../tags/tag1-37.xml"/><Relationship Id="rId75" Type="http://schemas.openxmlformats.org/officeDocument/2006/relationships/tags" Target="../tags/tag1-38.xml"/><Relationship Id="rId77" Type="http://schemas.openxmlformats.org/officeDocument/2006/relationships/tags" Target="../tags/tag1-39.xml"/><Relationship Id="rId79" Type="http://schemas.openxmlformats.org/officeDocument/2006/relationships/tags" Target="../tags/tag1-40.xml"/><Relationship Id="rId81" Type="http://schemas.openxmlformats.org/officeDocument/2006/relationships/tags" Target="../tags/tag1-41.xml"/><Relationship Id="rId83" Type="http://schemas.openxmlformats.org/officeDocument/2006/relationships/tags" Target="../tags/tag1-42.xml"/><Relationship Id="rId2" Type="http://schemas.openxmlformats.org/officeDocument/2006/relationships/image" Target="../media/image-1-1.png"/><Relationship Id="rId4" Type="http://schemas.openxmlformats.org/officeDocument/2006/relationships/image" Target="../media/image-1-2.png"/><Relationship Id="rId6" Type="http://schemas.openxmlformats.org/officeDocument/2006/relationships/image" Target="../media/image-1-3.png"/><Relationship Id="rId8" Type="http://schemas.openxmlformats.org/officeDocument/2006/relationships/image" Target="../media/image-1-4.png"/><Relationship Id="rId10" Type="http://schemas.openxmlformats.org/officeDocument/2006/relationships/image" Target="../media/image-1-5.png"/><Relationship Id="rId12" Type="http://schemas.openxmlformats.org/officeDocument/2006/relationships/image" Target="../media/image-1-6.png"/><Relationship Id="rId14" Type="http://schemas.openxmlformats.org/officeDocument/2006/relationships/image" Target="../media/image-1-7.png"/><Relationship Id="rId16" Type="http://schemas.openxmlformats.org/officeDocument/2006/relationships/image" Target="../media/image-1-8.png"/><Relationship Id="rId18" Type="http://schemas.openxmlformats.org/officeDocument/2006/relationships/image" Target="../media/image-1-9.png"/><Relationship Id="rId20" Type="http://schemas.openxmlformats.org/officeDocument/2006/relationships/image" Target="../media/image-1-10.png"/><Relationship Id="rId22" Type="http://schemas.openxmlformats.org/officeDocument/2006/relationships/image" Target="../media/image-1-11.png"/><Relationship Id="rId24" Type="http://schemas.openxmlformats.org/officeDocument/2006/relationships/image" Target="../media/image-1-12.png"/><Relationship Id="rId26" Type="http://schemas.openxmlformats.org/officeDocument/2006/relationships/image" Target="../media/image-1-13.png"/><Relationship Id="rId28" Type="http://schemas.openxmlformats.org/officeDocument/2006/relationships/image" Target="../media/image-1-14.png"/><Relationship Id="rId30" Type="http://schemas.openxmlformats.org/officeDocument/2006/relationships/image" Target="../media/image-1-15.png"/><Relationship Id="rId32" Type="http://schemas.openxmlformats.org/officeDocument/2006/relationships/image" Target="../media/image-1-16.png"/><Relationship Id="rId34" Type="http://schemas.openxmlformats.org/officeDocument/2006/relationships/image" Target="../media/image-1-17.png"/><Relationship Id="rId36" Type="http://schemas.openxmlformats.org/officeDocument/2006/relationships/image" Target="../media/image-1-18.png"/><Relationship Id="rId38" Type="http://schemas.openxmlformats.org/officeDocument/2006/relationships/image" Target="../media/image-1-19.png"/><Relationship Id="rId40" Type="http://schemas.openxmlformats.org/officeDocument/2006/relationships/image" Target="../media/image-1-20.png"/><Relationship Id="rId42" Type="http://schemas.openxmlformats.org/officeDocument/2006/relationships/image" Target="../media/image-1-21.png"/><Relationship Id="rId44" Type="http://schemas.openxmlformats.org/officeDocument/2006/relationships/image" Target="../media/image-1-22.png"/><Relationship Id="rId46" Type="http://schemas.openxmlformats.org/officeDocument/2006/relationships/image" Target="../media/image-1-23.png"/><Relationship Id="rId48" Type="http://schemas.openxmlformats.org/officeDocument/2006/relationships/image" Target="../media/image-1-24.png"/><Relationship Id="rId50" Type="http://schemas.openxmlformats.org/officeDocument/2006/relationships/image" Target="../media/image-1-25.png"/><Relationship Id="rId52" Type="http://schemas.openxmlformats.org/officeDocument/2006/relationships/image" Target="../media/image-1-26.png"/><Relationship Id="rId54" Type="http://schemas.openxmlformats.org/officeDocument/2006/relationships/image" Target="../media/image-1-27.png"/><Relationship Id="rId56" Type="http://schemas.openxmlformats.org/officeDocument/2006/relationships/image" Target="../media/image-1-28.png"/><Relationship Id="rId58" Type="http://schemas.openxmlformats.org/officeDocument/2006/relationships/image" Target="../media/image-1-29.png"/><Relationship Id="rId60" Type="http://schemas.openxmlformats.org/officeDocument/2006/relationships/image" Target="../media/image-1-30.png"/><Relationship Id="rId62" Type="http://schemas.openxmlformats.org/officeDocument/2006/relationships/image" Target="../media/image-1-31.png"/><Relationship Id="rId64" Type="http://schemas.openxmlformats.org/officeDocument/2006/relationships/image" Target="../media/image-1-32.png"/><Relationship Id="rId66" Type="http://schemas.openxmlformats.org/officeDocument/2006/relationships/image" Target="../media/image-1-33.png"/><Relationship Id="rId68" Type="http://schemas.openxmlformats.org/officeDocument/2006/relationships/image" Target="../media/image-1-34.png"/><Relationship Id="rId70" Type="http://schemas.openxmlformats.org/officeDocument/2006/relationships/image" Target="../media/image-1-35.png"/><Relationship Id="rId72" Type="http://schemas.openxmlformats.org/officeDocument/2006/relationships/image" Target="../media/image-1-36.png"/><Relationship Id="rId74" Type="http://schemas.openxmlformats.org/officeDocument/2006/relationships/image" Target="../media/image-1-37.png"/><Relationship Id="rId76" Type="http://schemas.openxmlformats.org/officeDocument/2006/relationships/image" Target="../media/image-1-38.png"/><Relationship Id="rId78" Type="http://schemas.openxmlformats.org/officeDocument/2006/relationships/image" Target="../media/image-1-39.png"/><Relationship Id="rId80" Type="http://schemas.openxmlformats.org/officeDocument/2006/relationships/image" Target="../media/image-1-40.png"/><Relationship Id="rId82" Type="http://schemas.openxmlformats.org/officeDocument/2006/relationships/image" Target="../media/image-1-41.png"/><Relationship Id="rId84" Type="http://schemas.openxmlformats.org/officeDocument/2006/relationships/slideLayout" Target="../slideLayouts/slideLayout1.xml"/><Relationship Id="rId8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biorender.com/illustrations/6847338d32e6e277f6864569" TargetMode="External"/><Relationship Id="rId4" Type="http://schemas.openxmlformats.org/officeDocument/2006/relationships/hyperlink" Target="http://www.biorender.com" TargetMode="External"/><Relationship Id="rId7" Type="http://schemas.openxmlformats.org/officeDocument/2006/relationships/hyperlink" Target="https://appsource.microsoft.com/en-us/product/office/wa200006038?src=product&amp;mktcmpid=pptx_export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5" Type="http://schemas.openxmlformats.org/officeDocument/2006/relationships/image" Target="../media/image-2-3.png"/><Relationship Id="rId6" Type="http://schemas.openxmlformats.org/officeDocument/2006/relationships/image" Target="../media/image-2-4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58968" y="2153816"/>
            <a:ext cx="1045464" cy="108508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348055" y="3181979"/>
            <a:ext cx="746760" cy="707136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948654" y="2533103"/>
            <a:ext cx="1432560" cy="61264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623968" y="2178792"/>
            <a:ext cx="868680" cy="117957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698336" y="2968729"/>
            <a:ext cx="1432560" cy="61264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635769" y="2026451"/>
            <a:ext cx="1405128" cy="69494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023828" y="2276508"/>
            <a:ext cx="353568" cy="35356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569889" y="2430103"/>
            <a:ext cx="353568" cy="35356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2238108" y="2842817"/>
            <a:ext cx="353568" cy="35356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2321505" y="3377895"/>
            <a:ext cx="353568" cy="35356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4014565" y="2864163"/>
            <a:ext cx="353568" cy="35356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3532194" y="3127985"/>
            <a:ext cx="353568" cy="353568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3064189" y="2250670"/>
            <a:ext cx="353568" cy="353568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3551478" y="2617135"/>
            <a:ext cx="353568" cy="353568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3622883" y="2028479"/>
            <a:ext cx="353568" cy="353568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1064163" y="2403936"/>
            <a:ext cx="1103376" cy="1033272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4590694" y="2367598"/>
            <a:ext cx="1149096" cy="1115568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1804012" y="1513121"/>
            <a:ext cx="3229679" cy="48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7750"/>
              </a:lnSpc>
              <a:buNone/>
            </a:pPr>
            <a:r>
              <a:rPr lang="en-US" sz="2011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Leading edge genes</a:t>
            </a:r>
            <a:endParaRPr lang="en-US" sz="2011" dirty="0"/>
          </a:p>
          <a:p>
            <a:pPr algn="ctr" indent="0" marL="0">
              <a:lnSpc>
                <a:spcPct val="97750"/>
              </a:lnSpc>
              <a:buNone/>
            </a:pPr>
            <a:r>
              <a:rPr lang="en-US" sz="134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Orthology and protein sequence identity</a:t>
            </a:r>
            <a:endParaRPr lang="en-US" sz="2011" dirty="0"/>
          </a:p>
        </p:txBody>
      </p:sp>
      <p:pic>
        <p:nvPicPr>
          <p:cNvPr id="20" name="Image 17" descr="preencoded.png">    </p:cNvPr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2092133" y="2699075"/>
            <a:ext cx="347472" cy="347472"/>
          </a:xfrm>
          <a:prstGeom prst="rect">
            <a:avLst/>
          </a:prstGeom>
        </p:spPr>
      </p:pic>
      <p:pic>
        <p:nvPicPr>
          <p:cNvPr id="21" name="Image 18" descr="preencoded.png">    </p:cNvPr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2322730" y="2699075"/>
            <a:ext cx="347472" cy="347472"/>
          </a:xfrm>
          <a:prstGeom prst="rect">
            <a:avLst/>
          </a:prstGeom>
        </p:spPr>
      </p:pic>
      <p:pic>
        <p:nvPicPr>
          <p:cNvPr id="22" name="Image 19" descr="preencoded.png">    </p:cNvPr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2553327" y="2699075"/>
            <a:ext cx="347472" cy="347472"/>
          </a:xfrm>
          <a:prstGeom prst="rect">
            <a:avLst/>
          </a:prstGeom>
        </p:spPr>
      </p:pic>
      <p:pic>
        <p:nvPicPr>
          <p:cNvPr id="23" name="Image 20" descr="preencoded.png">    </p:cNvPr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2783925" y="2699075"/>
            <a:ext cx="347472" cy="347472"/>
          </a:xfrm>
          <a:prstGeom prst="rect">
            <a:avLst/>
          </a:prstGeom>
        </p:spPr>
      </p:pic>
      <p:pic>
        <p:nvPicPr>
          <p:cNvPr id="24" name="Image 21" descr="preencoded.png">    </p:cNvPr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3014522" y="2699075"/>
            <a:ext cx="347472" cy="347472"/>
          </a:xfrm>
          <a:prstGeom prst="rect">
            <a:avLst/>
          </a:prstGeom>
        </p:spPr>
      </p:pic>
      <p:pic>
        <p:nvPicPr>
          <p:cNvPr id="25" name="Image 22" descr="preencoded.png">    </p:cNvPr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6"/>
          <a:stretch>
            <a:fillRect/>
          </a:stretch>
        </p:blipFill>
        <p:spPr>
          <a:xfrm>
            <a:off x="3245119" y="2699075"/>
            <a:ext cx="347472" cy="347472"/>
          </a:xfrm>
          <a:prstGeom prst="rect">
            <a:avLst/>
          </a:prstGeom>
        </p:spPr>
      </p:pic>
      <p:pic>
        <p:nvPicPr>
          <p:cNvPr id="26" name="Image 23" descr="preencoded.png">    </p:cNvPr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48"/>
          <a:stretch>
            <a:fillRect/>
          </a:stretch>
        </p:blipFill>
        <p:spPr>
          <a:xfrm>
            <a:off x="3475716" y="2699075"/>
            <a:ext cx="347472" cy="347472"/>
          </a:xfrm>
          <a:prstGeom prst="rect">
            <a:avLst/>
          </a:prstGeom>
        </p:spPr>
      </p:pic>
      <p:pic>
        <p:nvPicPr>
          <p:cNvPr id="27" name="Image 24" descr="preencoded.png">    </p:cNvPr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0"/>
          <a:stretch>
            <a:fillRect/>
          </a:stretch>
        </p:blipFill>
        <p:spPr>
          <a:xfrm>
            <a:off x="3706313" y="2699075"/>
            <a:ext cx="347472" cy="347472"/>
          </a:xfrm>
          <a:prstGeom prst="rect">
            <a:avLst/>
          </a:prstGeom>
        </p:spPr>
      </p:pic>
      <p:pic>
        <p:nvPicPr>
          <p:cNvPr id="28" name="Image 25" descr="preencoded.png">    </p:cNvPr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2"/>
          <a:stretch>
            <a:fillRect/>
          </a:stretch>
        </p:blipFill>
        <p:spPr>
          <a:xfrm>
            <a:off x="3936910" y="2699075"/>
            <a:ext cx="347472" cy="347472"/>
          </a:xfrm>
          <a:prstGeom prst="rect">
            <a:avLst/>
          </a:prstGeom>
        </p:spPr>
      </p:pic>
      <p:pic>
        <p:nvPicPr>
          <p:cNvPr id="29" name="Image 26" descr="preencoded.png">    </p:cNvPr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4"/>
          <a:stretch>
            <a:fillRect/>
          </a:stretch>
        </p:blipFill>
        <p:spPr>
          <a:xfrm>
            <a:off x="4167507" y="2699075"/>
            <a:ext cx="347472" cy="347472"/>
          </a:xfrm>
          <a:prstGeom prst="rect">
            <a:avLst/>
          </a:prstGeom>
        </p:spPr>
      </p:pic>
      <p:pic>
        <p:nvPicPr>
          <p:cNvPr id="30" name="Image 27" descr="preencoded.png">    </p:cNvPr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56"/>
          <a:stretch>
            <a:fillRect/>
          </a:stretch>
        </p:blipFill>
        <p:spPr>
          <a:xfrm>
            <a:off x="4398105" y="2699075"/>
            <a:ext cx="347472" cy="347472"/>
          </a:xfrm>
          <a:prstGeom prst="rect">
            <a:avLst/>
          </a:prstGeom>
        </p:spPr>
      </p:pic>
      <p:pic>
        <p:nvPicPr>
          <p:cNvPr id="31" name="Image 28" descr="preencoded.png">    </p:cNvPr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58"/>
          <a:stretch>
            <a:fillRect/>
          </a:stretch>
        </p:blipFill>
        <p:spPr>
          <a:xfrm>
            <a:off x="2092133" y="2929289"/>
            <a:ext cx="347472" cy="347472"/>
          </a:xfrm>
          <a:prstGeom prst="rect">
            <a:avLst/>
          </a:prstGeom>
        </p:spPr>
      </p:pic>
      <p:pic>
        <p:nvPicPr>
          <p:cNvPr id="32" name="Image 29" descr="preencoded.png">    </p:cNvPr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0"/>
          <a:stretch>
            <a:fillRect/>
          </a:stretch>
        </p:blipFill>
        <p:spPr>
          <a:xfrm>
            <a:off x="2322730" y="2929289"/>
            <a:ext cx="347472" cy="347472"/>
          </a:xfrm>
          <a:prstGeom prst="rect">
            <a:avLst/>
          </a:prstGeom>
        </p:spPr>
      </p:pic>
      <p:pic>
        <p:nvPicPr>
          <p:cNvPr id="33" name="Image 30" descr="preencoded.png">    </p:cNvPr>
          <p:cNvPicPr>
            <a:picLocks noChangeAspect="1"/>
          </p:cNvPicPr>
          <p:nvPr>
            <p:custDataLst>
              <p:tags r:id="rId63"/>
            </p:custDataLst>
          </p:nvPr>
        </p:nvPicPr>
        <p:blipFill>
          <a:blip r:embed="rId62"/>
          <a:stretch>
            <a:fillRect/>
          </a:stretch>
        </p:blipFill>
        <p:spPr>
          <a:xfrm>
            <a:off x="2783925" y="2929289"/>
            <a:ext cx="347472" cy="347472"/>
          </a:xfrm>
          <a:prstGeom prst="rect">
            <a:avLst/>
          </a:prstGeom>
        </p:spPr>
      </p:pic>
      <p:pic>
        <p:nvPicPr>
          <p:cNvPr id="34" name="Image 31" descr="preencoded.png">    </p:cNvPr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4"/>
          <a:stretch>
            <a:fillRect/>
          </a:stretch>
        </p:blipFill>
        <p:spPr>
          <a:xfrm>
            <a:off x="3245119" y="2929289"/>
            <a:ext cx="347472" cy="347472"/>
          </a:xfrm>
          <a:prstGeom prst="rect">
            <a:avLst/>
          </a:prstGeom>
        </p:spPr>
      </p:pic>
      <p:pic>
        <p:nvPicPr>
          <p:cNvPr id="35" name="Image 32" descr="preencoded.png">    </p:cNvPr>
          <p:cNvPicPr>
            <a:picLocks noChangeAspect="1"/>
          </p:cNvPicPr>
          <p:nvPr>
            <p:custDataLst>
              <p:tags r:id="rId67"/>
            </p:custDataLst>
          </p:nvPr>
        </p:nvPicPr>
        <p:blipFill>
          <a:blip r:embed="rId66"/>
          <a:stretch>
            <a:fillRect/>
          </a:stretch>
        </p:blipFill>
        <p:spPr>
          <a:xfrm>
            <a:off x="3475716" y="2929289"/>
            <a:ext cx="347472" cy="347472"/>
          </a:xfrm>
          <a:prstGeom prst="rect">
            <a:avLst/>
          </a:prstGeom>
        </p:spPr>
      </p:pic>
      <p:pic>
        <p:nvPicPr>
          <p:cNvPr id="36" name="Image 33" descr="preencoded.png">    </p:cNvPr>
          <p:cNvPicPr>
            <a:picLocks noChangeAspect="1"/>
          </p:cNvPicPr>
          <p:nvPr>
            <p:custDataLst>
              <p:tags r:id="rId69"/>
            </p:custDataLst>
          </p:nvPr>
        </p:nvPicPr>
        <p:blipFill>
          <a:blip r:embed="rId68"/>
          <a:stretch>
            <a:fillRect/>
          </a:stretch>
        </p:blipFill>
        <p:spPr>
          <a:xfrm>
            <a:off x="3706313" y="2929289"/>
            <a:ext cx="347472" cy="347472"/>
          </a:xfrm>
          <a:prstGeom prst="rect">
            <a:avLst/>
          </a:prstGeom>
        </p:spPr>
      </p:pic>
      <p:pic>
        <p:nvPicPr>
          <p:cNvPr id="37" name="Image 34" descr="preencoded.png">    </p:cNvPr>
          <p:cNvPicPr>
            <a:picLocks noChangeAspect="1"/>
          </p:cNvPicPr>
          <p:nvPr>
            <p:custDataLst>
              <p:tags r:id="rId71"/>
            </p:custDataLst>
          </p:nvPr>
        </p:nvPicPr>
        <p:blipFill>
          <a:blip r:embed="rId70"/>
          <a:stretch>
            <a:fillRect/>
          </a:stretch>
        </p:blipFill>
        <p:spPr>
          <a:xfrm>
            <a:off x="3936910" y="2929289"/>
            <a:ext cx="347472" cy="347472"/>
          </a:xfrm>
          <a:prstGeom prst="rect">
            <a:avLst/>
          </a:prstGeom>
        </p:spPr>
      </p:pic>
      <p:pic>
        <p:nvPicPr>
          <p:cNvPr id="38" name="Image 35" descr="preencoded.png">    </p:cNvPr>
          <p:cNvPicPr>
            <a:picLocks noChangeAspect="1"/>
          </p:cNvPicPr>
          <p:nvPr>
            <p:custDataLst>
              <p:tags r:id="rId73"/>
            </p:custDataLst>
          </p:nvPr>
        </p:nvPicPr>
        <p:blipFill>
          <a:blip r:embed="rId72"/>
          <a:stretch>
            <a:fillRect/>
          </a:stretch>
        </p:blipFill>
        <p:spPr>
          <a:xfrm>
            <a:off x="4167507" y="2929289"/>
            <a:ext cx="347472" cy="347472"/>
          </a:xfrm>
          <a:prstGeom prst="rect">
            <a:avLst/>
          </a:prstGeom>
        </p:spPr>
      </p:pic>
      <p:pic>
        <p:nvPicPr>
          <p:cNvPr id="39" name="Image 36" descr="preencoded.png">    </p:cNvPr>
          <p:cNvPicPr>
            <a:picLocks noChangeAspect="1"/>
          </p:cNvPicPr>
          <p:nvPr>
            <p:custDataLst>
              <p:tags r:id="rId75"/>
            </p:custDataLst>
          </p:nvPr>
        </p:nvPicPr>
        <p:blipFill>
          <a:blip r:embed="rId74"/>
          <a:stretch>
            <a:fillRect/>
          </a:stretch>
        </p:blipFill>
        <p:spPr>
          <a:xfrm>
            <a:off x="2553324" y="2929289"/>
            <a:ext cx="347472" cy="347472"/>
          </a:xfrm>
          <a:prstGeom prst="rect">
            <a:avLst/>
          </a:prstGeom>
        </p:spPr>
      </p:pic>
      <p:pic>
        <p:nvPicPr>
          <p:cNvPr id="40" name="Image 37" descr="preencoded.png">    </p:cNvPr>
          <p:cNvPicPr>
            <a:picLocks noChangeAspect="1"/>
          </p:cNvPicPr>
          <p:nvPr>
            <p:custDataLst>
              <p:tags r:id="rId77"/>
            </p:custDataLst>
          </p:nvPr>
        </p:nvPicPr>
        <p:blipFill>
          <a:blip r:embed="rId76"/>
          <a:stretch>
            <a:fillRect/>
          </a:stretch>
        </p:blipFill>
        <p:spPr>
          <a:xfrm>
            <a:off x="3014515" y="2929289"/>
            <a:ext cx="347472" cy="347472"/>
          </a:xfrm>
          <a:prstGeom prst="rect">
            <a:avLst/>
          </a:prstGeom>
        </p:spPr>
      </p:pic>
      <p:pic>
        <p:nvPicPr>
          <p:cNvPr id="41" name="Image 38" descr="preencoded.png">    </p:cNvPr>
          <p:cNvPicPr>
            <a:picLocks noChangeAspect="1"/>
          </p:cNvPicPr>
          <p:nvPr>
            <p:custDataLst>
              <p:tags r:id="rId79"/>
            </p:custDataLst>
          </p:nvPr>
        </p:nvPicPr>
        <p:blipFill>
          <a:blip r:embed="rId78"/>
          <a:stretch>
            <a:fillRect/>
          </a:stretch>
        </p:blipFill>
        <p:spPr>
          <a:xfrm>
            <a:off x="4398104" y="2929289"/>
            <a:ext cx="347472" cy="347472"/>
          </a:xfrm>
          <a:prstGeom prst="rect">
            <a:avLst/>
          </a:prstGeom>
        </p:spPr>
      </p:pic>
      <p:sp>
        <p:nvSpPr>
          <p:cNvPr id="42" name="Text 1"/>
          <p:cNvSpPr/>
          <p:nvPr/>
        </p:nvSpPr>
        <p:spPr>
          <a:xfrm>
            <a:off x="3103097" y="2591620"/>
            <a:ext cx="170315" cy="120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7750"/>
              </a:lnSpc>
              <a:buNone/>
            </a:pPr>
            <a:r>
              <a:rPr lang="en-US" sz="796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115</a:t>
            </a:r>
            <a:endParaRPr lang="en-US" sz="796" dirty="0"/>
          </a:p>
        </p:txBody>
      </p:sp>
      <p:sp>
        <p:nvSpPr>
          <p:cNvPr id="43" name="Text 2"/>
          <p:cNvSpPr/>
          <p:nvPr/>
        </p:nvSpPr>
        <p:spPr>
          <a:xfrm>
            <a:off x="4254365" y="2591619"/>
            <a:ext cx="170315" cy="120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7750"/>
              </a:lnSpc>
              <a:buNone/>
            </a:pPr>
            <a:r>
              <a:rPr lang="en-US" sz="796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120</a:t>
            </a:r>
            <a:endParaRPr lang="en-US" sz="796" dirty="0"/>
          </a:p>
        </p:txBody>
      </p:sp>
      <p:pic>
        <p:nvPicPr>
          <p:cNvPr id="44" name="Image 39" descr="preencoded.png">    </p:cNvPr>
          <p:cNvPicPr>
            <a:picLocks noChangeAspect="1"/>
          </p:cNvPicPr>
          <p:nvPr>
            <p:custDataLst>
              <p:tags r:id="rId81"/>
            </p:custDataLst>
          </p:nvPr>
        </p:nvPicPr>
        <p:blipFill>
          <a:blip r:embed="rId80"/>
          <a:stretch>
            <a:fillRect/>
          </a:stretch>
        </p:blipFill>
        <p:spPr>
          <a:xfrm>
            <a:off x="3109002" y="2646929"/>
            <a:ext cx="158496" cy="207264"/>
          </a:xfrm>
          <a:prstGeom prst="rect">
            <a:avLst/>
          </a:prstGeom>
        </p:spPr>
      </p:pic>
      <p:pic>
        <p:nvPicPr>
          <p:cNvPr id="45" name="Image 40" descr="preencoded.png">    </p:cNvPr>
          <p:cNvPicPr>
            <a:picLocks noChangeAspect="1"/>
          </p:cNvPicPr>
          <p:nvPr>
            <p:custDataLst>
              <p:tags r:id="rId83"/>
            </p:custDataLst>
          </p:nvPr>
        </p:nvPicPr>
        <p:blipFill>
          <a:blip r:embed="rId82"/>
          <a:stretch>
            <a:fillRect/>
          </a:stretch>
        </p:blipFill>
        <p:spPr>
          <a:xfrm>
            <a:off x="4260269" y="2646934"/>
            <a:ext cx="158496" cy="20726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2200" y="680400"/>
            <a:ext cx="2721600" cy="5443200"/>
          </a:xfrm>
          <a:custGeom>
            <a:avLst/>
            <a:gdLst/>
            <a:ahLst/>
            <a:cxnLst/>
            <a:rect l="l" t="t" r="r" b="b"/>
            <a:pathLst>
              <a:path w="2721600" h="5443200">
                <a:moveTo>
                  <a:pt x="0" y="0"/>
                </a:moveTo>
                <a:lnTo>
                  <a:pt x="0" y="5443200"/>
                </a:lnTo>
                <a:lnTo>
                  <a:pt x="2721600" y="5443200"/>
                </a:lnTo>
                <a:lnTo>
                  <a:pt x="2721600" y="272160"/>
                </a:lnTo>
                <a:lnTo>
                  <a:pt x="2449440" y="0"/>
                </a:lnTo>
                <a:close/>
              </a:path>
            </a:pathLst>
          </a:custGeom>
          <a:solidFill>
            <a:srgbClr val="E9F0F8"/>
          </a:solidFill>
          <a:ln/>
          <a:effectLst>
            <a:outerShdw sx="100000" sy="100000" kx="0" ky="0" algn="bl" rotWithShape="0" blurRad="7560" dist="15120" dir="270000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191640" y="680400"/>
            <a:ext cx="272160" cy="326592"/>
          </a:xfrm>
          <a:custGeom>
            <a:avLst/>
            <a:gdLst/>
            <a:ahLst/>
            <a:cxnLst/>
            <a:rect l="l" t="t" r="r" b="b"/>
            <a:pathLst>
              <a:path w="272160" h="326592">
                <a:moveTo>
                  <a:pt x="0" y="0"/>
                </a:moveTo>
                <a:lnTo>
                  <a:pt x="108864" y="326592"/>
                </a:lnTo>
                <a:lnTo>
                  <a:pt x="272160" y="272160"/>
                </a:lnTo>
                <a:close/>
              </a:path>
            </a:pathLst>
          </a:custGeom>
          <a:solidFill>
            <a:srgbClr val="92B7DB"/>
          </a:solidFill>
          <a:ln/>
        </p:spPr>
      </p:sp>
      <p:sp>
        <p:nvSpPr>
          <p:cNvPr id="4" name="Shape 2"/>
          <p:cNvSpPr/>
          <p:nvPr/>
        </p:nvSpPr>
        <p:spPr>
          <a:xfrm>
            <a:off x="6191640" y="680400"/>
            <a:ext cx="272160" cy="272160"/>
          </a:xfrm>
          <a:custGeom>
            <a:avLst/>
            <a:gdLst/>
            <a:ahLst/>
            <a:cxnLst/>
            <a:rect l="l" t="t" r="r" b="b"/>
            <a:pathLst>
              <a:path w="272160" h="272160">
                <a:moveTo>
                  <a:pt x="0" y="0"/>
                </a:moveTo>
                <a:lnTo>
                  <a:pt x="40824" y="272160"/>
                </a:lnTo>
                <a:lnTo>
                  <a:pt x="272160" y="272160"/>
                </a:lnTo>
                <a:close/>
              </a:path>
            </a:pathLst>
          </a:custGeom>
          <a:solidFill>
            <a:srgbClr val="CCD8E7"/>
          </a:solidFill>
          <a:ln/>
        </p:spPr>
      </p:sp>
      <p:pic>
        <p:nvPicPr>
          <p:cNvPr id="5" name="Image 0" descr="https://assets.cdn.biorender.com/assets/biorender-logo-blue.svg?cacheBust=0.9492648290778795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200" y="2298609"/>
            <a:ext cx="653184" cy="5516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0200" y="3126152"/>
            <a:ext cx="3061800" cy="306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71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presentation was created in BioRender</a:t>
            </a:r>
            <a:endParaRPr lang="en-US" sz="1071" dirty="0"/>
          </a:p>
          <a:p>
            <a:pPr algn="l" indent="0" marL="0">
              <a:buNone/>
            </a:pPr>
            <a:r>
              <a:rPr lang="en-US" sz="107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071" dirty="0"/>
          </a:p>
          <a:p>
            <a:pPr algn="l" indent="0" marL="0">
              <a:buNone/>
            </a:pPr>
            <a:r>
              <a:rPr lang="en-US" sz="107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access the original source of this presentation, visit:</a:t>
            </a:r>
            <a:endParaRPr lang="en-US" sz="1071" dirty="0"/>
          </a:p>
          <a:p>
            <a:pPr algn="l" indent="0" marL="0">
              <a:buNone/>
            </a:pPr>
            <a:r>
              <a:rPr lang="en-US" sz="107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071" dirty="0"/>
          </a:p>
          <a:p>
            <a:pPr algn="l" indent="0" marL="0">
              <a:buNone/>
            </a:pPr>
            <a:r>
              <a:rPr lang="en-US" sz="1071" u="sng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https://app.biorender.com/illustrations/6847338d32e6e277f6864569</a:t>
            </a:r>
            <a:endParaRPr lang="en-US" sz="1071" dirty="0"/>
          </a:p>
          <a:p>
            <a:pPr algn="l" indent="0" marL="0">
              <a:buNone/>
            </a:pPr>
            <a:r>
              <a:rPr lang="en-US" sz="107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071" dirty="0"/>
          </a:p>
          <a:p>
            <a:pPr algn="l" indent="0" marL="0">
              <a:buNone/>
            </a:pPr>
            <a:r>
              <a:rPr lang="en-US" sz="107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 up for your own BioRender account at </a:t>
            </a:r>
            <a:pPr algn="l" indent="0" marL="0">
              <a:buNone/>
            </a:pPr>
            <a:r>
              <a:rPr lang="en-US" sz="1071" u="sng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www.biorender.com</a:t>
            </a:r>
            <a:endParaRPr lang="en-US" sz="1071" dirty="0"/>
          </a:p>
        </p:txBody>
      </p:sp>
      <p:pic>
        <p:nvPicPr>
          <p:cNvPr id="7" name="Image 1" descr="https://assets.cdn.biorender.com/assets/office/biorender-ppt-lockup.svg?cacheBust=0.7239118745012537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70128" y="1061424"/>
            <a:ext cx="1465745" cy="6348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14360" y="1877904"/>
            <a:ext cx="2177280" cy="381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1"/>
              </a:lnSpc>
              <a:buNone/>
            </a:pPr>
            <a:r>
              <a:rPr lang="en-US" sz="952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the BioRender Add-in for PowerPoint</a:t>
            </a:r>
            <a:endParaRPr lang="en-US" sz="863" dirty="0"/>
          </a:p>
          <a:p>
            <a:pPr algn="l" indent="0" marL="0">
              <a:lnSpc>
                <a:spcPts val="1488"/>
              </a:lnSpc>
              <a:buNone/>
            </a:pPr>
            <a:endParaRPr lang="en-US" sz="863" dirty="0"/>
          </a:p>
          <a:p>
            <a:pPr algn="l" indent="0" marL="0">
              <a:lnSpc>
                <a:spcPts val="1191"/>
              </a:lnSpc>
              <a:buNone/>
            </a:pPr>
            <a:r>
              <a:rPr lang="en-US" sz="863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integration allows you to unlock the power of BioRender, right inside PowerPoint:</a:t>
            </a:r>
            <a:endParaRPr lang="en-US" sz="863" dirty="0"/>
          </a:p>
          <a:p>
            <a:pPr algn="l" indent="0" marL="0">
              <a:lnSpc>
                <a:spcPts val="1191"/>
              </a:lnSpc>
              <a:buNone/>
            </a:pPr>
            <a:endParaRPr lang="en-US" sz="863" dirty="0"/>
          </a:p>
          <a:p>
            <a:pPr algn="l" lvl="1" marL="254000" indent="-127000">
              <a:lnSpc>
                <a:spcPts val="1191"/>
              </a:lnSpc>
              <a:buSzPct val="100000"/>
              <a:buChar char="●"/>
            </a:pPr>
            <a:r>
              <a:rPr lang="en-US" sz="863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 your BioRender presentation as an editable .PPTX file.</a:t>
            </a:r>
            <a:endParaRPr lang="en-US" sz="863" dirty="0"/>
          </a:p>
          <a:p>
            <a:pPr algn="l" lvl="1" marL="254000" indent="-127000">
              <a:lnSpc>
                <a:spcPts val="1191"/>
              </a:lnSpc>
              <a:buSzPct val="100000"/>
              <a:buChar char="●"/>
            </a:pPr>
            <a:r>
              <a:rPr lang="en-US" sz="863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 BioRender figures without leaving your PowerPoint slides.</a:t>
            </a:r>
            <a:endParaRPr lang="en-US" sz="863" dirty="0"/>
          </a:p>
          <a:p>
            <a:pPr algn="l" lvl="1" marL="254000" indent="-127000">
              <a:lnSpc>
                <a:spcPts val="1191"/>
              </a:lnSpc>
              <a:buSzPct val="100000"/>
              <a:buChar char="●"/>
            </a:pPr>
            <a:r>
              <a:rPr lang="en-US" sz="863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Sync updates from BioRender with just one click.</a:t>
            </a:r>
            <a:endParaRPr lang="en-US" sz="863" dirty="0"/>
          </a:p>
          <a:p>
            <a:pPr algn="l" lvl="1" marL="254000" indent="-127000">
              <a:lnSpc>
                <a:spcPts val="1191"/>
              </a:lnSpc>
              <a:buSzPct val="100000"/>
              <a:buChar char="●"/>
            </a:pPr>
            <a:r>
              <a:rPr lang="en-US" sz="863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Effortlessly manage sharing and permissions with your team.</a:t>
            </a:r>
            <a:endParaRPr lang="en-US" sz="863" dirty="0"/>
          </a:p>
          <a:p>
            <a:pPr algn="l" lvl="1" marL="254000" indent="-127000">
              <a:lnSpc>
                <a:spcPts val="1191"/>
              </a:lnSpc>
              <a:buSzPct val="100000"/>
              <a:buChar char="●"/>
            </a:pPr>
            <a:r>
              <a:rPr lang="en-US" sz="863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your entire BioRender library at your fingertips.</a:t>
            </a:r>
            <a:endParaRPr lang="en-US" sz="863" dirty="0"/>
          </a:p>
          <a:p>
            <a:pPr algn="l" lvl="1" marL="254000" indent="-127000">
              <a:lnSpc>
                <a:spcPts val="1191"/>
              </a:lnSpc>
              <a:buSzPct val="100000"/>
              <a:buChar char="●"/>
            </a:pPr>
            <a:r>
              <a:rPr lang="en-US" sz="863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 a transparent background? Toggle it on or off, anytime.</a:t>
            </a:r>
            <a:endParaRPr lang="en-US" sz="863" dirty="0"/>
          </a:p>
          <a:p>
            <a:pPr algn="l" indent="0" marL="0">
              <a:lnSpc>
                <a:spcPts val="1191"/>
              </a:lnSpc>
              <a:buNone/>
            </a:pPr>
            <a:endParaRPr lang="en-US" sz="863" dirty="0"/>
          </a:p>
          <a:p>
            <a:pPr algn="l" indent="0" marL="0">
              <a:lnSpc>
                <a:spcPts val="1191"/>
              </a:lnSpc>
              <a:buNone/>
            </a:pPr>
            <a:r>
              <a:rPr lang="en-US" sz="863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BioRender for PowerPoint is hosted safely and securely in the Microsoft AppSource.</a:t>
            </a:r>
            <a:endParaRPr lang="en-US" sz="863" dirty="0"/>
          </a:p>
        </p:txBody>
      </p:sp>
      <p:sp>
        <p:nvSpPr>
          <p:cNvPr id="9" name="Text 5"/>
          <p:cNvSpPr/>
          <p:nvPr/>
        </p:nvSpPr>
        <p:spPr>
          <a:xfrm>
            <a:off x="4422600" y="5198256"/>
            <a:ext cx="1360800" cy="27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the add-in now:</a:t>
            </a:r>
            <a:endParaRPr lang="en-US" sz="952" dirty="0"/>
          </a:p>
        </p:txBody>
      </p:sp>
      <p:sp>
        <p:nvSpPr>
          <p:cNvPr id="10" name="Text 6">
            <a:hlinkClick r:id="rId7" tooltip=""/>
          </p:cNvPr>
          <p:cNvSpPr/>
          <p:nvPr/>
        </p:nvSpPr>
        <p:spPr>
          <a:xfrm>
            <a:off x="4014360" y="5470416"/>
            <a:ext cx="2177280" cy="54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14" u="sng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https://appsource.microsoft.com/en-us/product/office/wa200006038?src=product&amp;mktcmpid=pptx_export</a:t>
            </a:r>
            <a:endParaRPr lang="en-US" sz="714" dirty="0"/>
          </a:p>
        </p:txBody>
      </p:sp>
    </p:spTree>
  </p:cSld>
  <p:clrMapOvr>
    <a:masterClrMapping/>
  </p:clrMapOvr>
</p:sld>
</file>

<file path=ppt/tags/tag1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847338d32e6e277f6864569"/>
  <p:tag name="SLIDEID" val="c3db9da9-b72f-46e4-91ec-8f53c8f7ebba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ba11798d-ef2f-44bd-9475-196c576d8f1e&quot;:{&quot;id&quot;:&quot;ba11798d-ef2f-44bd-9475-196c576d8f1e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714.3307086614172,&quot;y&quot;:714.3307086614172}},&quot;pathStyles&quot;:[{&quot;type&quot;:&quot;FILL&quot;,&quot;fillStyle&quot;:&quot;rgba(0,0,0,0)&quot;}],&quot;parent&quot;:{&quot;parentId&quot;:&quot;c3db9da9-b72f-46e4-91ec-8f53c8f7ebba&quot;,&quot;type&quot;:&quot;FRAME&quot;,&quot;order&quot;:&quot;5&quot;}},&quot;ecda5fe6-ab31-41ad-8db0-987a4f87f10e&quot;:{&quot;id&quot;:&quot;ecda5fe6-ab31-41ad-8db0-987a4f87f10e&quot;,&quot;name&quot;:&quot;Adult (head, gender-neutral, eyes closed, anterior)&quot;,&quot;displayName&quot;:&quot;&quot;,&quot;type&quot;:&quot;FIGURE_OBJECT&quot;,&quot;relativeTransform&quot;:{&quot;translate&quot;:{&quot;x&quot;:-187.52223656018168,&quot;y&quot;:-50.543607265373055},&quot;rotate&quot;:0,&quot;skewX&quot;:0,&quot;scale&quot;:{&quot;x&quot;:0.7728298791678271,&quot;y&quot;:0.7728298791678277}},&quot;image&quot;:{&quot;url&quot;:&quot;https://icons.cdn.biorender.com/biorender/63c02cf8503c770021179aea/20240912181530/image/63c02cf8503c770021179aea.png&quot;,&quot;isPremium&quot;:false,&quot;isOrgIcon&quot;:false,&quot;size&quot;:{&quot;x&quot;:150,&quot;y&quot;:140.3485254691689},&quot;fallbackUrl&quot;:&quot;sources/icons/63c02cf8503c770021179aea/20240912181530/image/63c02cf8503c770021179aea.svg&quot;},&quot;source&quot;:{&quot;id&quot;:&quot;63c02cf8503c770021179aea&quot;,&quot;version&quot;:&quot;20240912181530&quot;,&quot;type&quot;:&quot;ASSETS&quot;},&quot;isPremium&quot;:false,&quot;parent&quot;:{&quot;type&quot;:&quot;CHILD&quot;,&quot;parentId&quot;:&quot;c3db9da9-b72f-46e4-91ec-8f53c8f7ebba&quot;,&quot;order&quot;:&quot;05&quot;}},&quot;d17f7042-9b97-4cbb-8267-b6b9ce255448&quot;:{&quot;id&quot;:&quot;d17f7042-9b97-4cbb-8267-b6b9ce255448&quot;,&quot;name&quot;:&quot;Mouse head (anterior)&quot;,&quot;displayName&quot;:&quot;&quot;,&quot;type&quot;:&quot;FIGURE_OBJECT&quot;,&quot;relativeTransform&quot;:{&quot;translate&quot;:{&quot;x&quot;:185.1172435154292,&quot;y&quot;:-50.03867072076139},&quot;rotate&quot;:0,&quot;skewX&quot;:0,&quot;scale&quot;:{&quot;x&quot;:0.8049085830767247,&quot;y&quot;:0.8049085830767249}},&quot;image&quot;:{&quot;url&quot;:&quot;https://icons.cdn.biorender.com/biorender/63a0b292c2bb5200216dac1d/5e45f258efc1b8002828fcd1.png&quot;,&quot;isPremium&quot;:false,&quot;isOrgIcon&quot;:false,&quot;size&quot;:{&quot;x&quot;:150,&quot;y&quot;:145.40816326530611},&quot;fallbackUrl&quot;:&quot;sources/icons/63a0b292c2bb5200216dac1d/5e45f258efc1b8002828fcd1.svg&quot;},&quot;source&quot;:{&quot;id&quot;:&quot;5e45f258efc1b8002828fcd1&quot;,&quot;version&quot;:&quot;20221219184808&quot;,&quot;type&quot;:&quot;ASSETS&quot;},&quot;isPremium&quot;:false,&quot;parent&quot;:{&quot;type&quot;:&quot;CHILD&quot;,&quot;parentId&quot;:&quot;c3db9da9-b72f-46e4-91ec-8f53c8f7ebba&quot;,&quot;order&quot;:&quot;07&quot;}},&quot;266d8e27-8091-4d2b-bb83-98ff4dabc71c&quot;:{&quot;id&quot;:&quot;266d8e27-8091-4d2b-bb83-98ff4dabc71c&quot;,&quot;type&quot;:&quot;FIGURE_OBJECT&quot;,&quot;relativeTransform&quot;:{&quot;translate&quot;:{&quot;x&quot;:1.769229617113382,&quot;y&quot;:-172.6011818900489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6.812146765239333,&quot;color&quot;:&quot;black&quot;,&quot;fontWeight&quot;:&quot;bold&quot;,&quot;fontStyle&quot;:&quot;normal&quot;,&quot;decoration&quot;:&quot;none&quot;},&quot;range&quot;:[0,17]}],&quot;text&quot;:&quot;Leading edge genes&quot;},{&quot;runs&quot;:[{&quot;style&quot;:{&quot;fontFamily&quot;:&quot;Roboto&quot;,&quot;fontSize&quot;:17.882648650542322,&quot;color&quot;:&quot;black&quot;,&quot;fontWeight&quot;:&quot;normal&quot;,&quot;fontStyle&quot;:&quot;normal&quot;,&quot;decoration&quot;:&quot;none&quot;,&quot;script&quot;:&quot;none&quot;},&quot;range&quot;:[0,38]}],&quot;text&quot;:&quot;Orthology and protein sequence identity&quot;}],&quot;_lastCaretLocation&quot;:{&quot;lineIndex&quot;:1,&quot;runIndex&quot;:-1,&quot;charIndex&quot;:-1,&quot;endOfLine&quot;:true}},&quot;format&quot;:&quot;BETTER_TEXT&quot;,&quot;size&quot;:{&quot;x&quot;:339.0739573983447,&quot;y&quot;:51.41261487030918},&quot;targetSize&quot;:{&quot;x&quot;:339.0739573983447,&quot;y&quot;:51.41261487030918}},&quot;parent&quot;:{&quot;type&quot;:&quot;CHILD&quot;,&quot;parentId&quot;:&quot;c3db9da9-b72f-46e4-91ec-8f53c8f7ebba&quot;,&quot;order&quot;:&quot;1&quot;}},&quot;aedf7e3f-8653-4144-9a47-f16ccbc5a4b1&quot;:{&quot;id&quot;:&quot;aedf7e3f-8653-4144-9a47-f16ccbc5a4b1&quot;,&quot;type&quot;:&quot;FIGURE_OBJECT&quot;,&quot;relativeTransform&quot;:{&quot;translate&quot;:{&quot;x&quot;:-22.440525186512076,&quot;y&quot;:-78.77692901009604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},&quot;range&quot;:[0,2]}],&quot;text&quot;:&quot;115&quot;}],&quot;_lastCaretLocation&quot;:{&quot;lineIndex&quot;:0,&quot;runIndex&quot;:0,&quot;charIndex&quot;:1}},&quot;format&quot;:&quot;BETTER_TEXT&quot;,&quot;size&quot;:{&quot;x&quot;:17.880798396362042,&quot;y&quot;:12.60466715940652},&quot;targetSize&quot;:{&quot;x&quot;:17.880798396362042,&quot;y&quot;:12.60466715940652}},&quot;parent&quot;:{&quot;type&quot;:&quot;CHILD&quot;,&quot;parentId&quot;:&quot;c3db9da9-b72f-46e4-91ec-8f53c8f7ebba&quot;,&quot;order&quot;:&quot;77&quot;}},&quot;369b3fb7-5c89-45db-a183-9e4315b495ec&quot;:{&quot;id&quot;:&quot;369b3fb7-5c89-45db-a183-9e4315b495ec&quot;,&quot;type&quot;:&quot;FIGURE_OBJECT&quot;,&quot;relativeTransform&quot;:{&quot;translate&quot;:{&quot;x&quot;:98.4275542820623,&quot;y&quot;:-78.77702348894718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},&quot;range&quot;:[0,2]}],&quot;text&quot;:&quot;120&quot;}],&quot;_lastCaretLocation&quot;:{&quot;lineIndex&quot;:0,&quot;runIndex&quot;:-1,&quot;charIndex&quot;:-1,&quot;endOfLine&quot;:true}},&quot;format&quot;:&quot;BETTER_TEXT&quot;,&quot;size&quot;:{&quot;x&quot;:17.880798396362042,&quot;y&quot;:12.60466715940652},&quot;targetSize&quot;:{&quot;x&quot;:17.880798396362042,&quot;y&quot;:12.60466715940652}},&quot;parent&quot;:{&quot;type&quot;:&quot;CHILD&quot;,&quot;parentId&quot;:&quot;c3db9da9-b72f-46e4-91ec-8f53c8f7ebba&quot;,&quot;order&quot;:&quot;8&quot;}},&quot;3eb1e264-0d94-4a92-b46f-b61668bd5b44&quot;:{&quot;type&quot;:&quot;FIGURE_OBJECT&quot;,&quot;id&quot;:&quot;3eb1e264-0d94-4a92-b46f-b61668bd5b44&quot;,&quot;relativeTransform&quot;:{&quot;translate&quot;:{&quot;x&quot;:-22.440964184069514,&quot;y&quot;:-68.39259040306189},&quot;rotate&quot;:0,&quot;skewX&quot;:0,&quot;scale&quot;:{&quot;x&quot;:1,&quot;y&quot;:1}},&quot;opacity&quot;:1,&quot;path&quot;:{&quot;type&quot;:&quot;POLY_LINE&quot;,&quot;points&quot;:[{&quot;x&quot;:0,&quot;y&quot;:-2.5610859382815314},{&quot;x&quot;:0,&quot;y&quot;:2.5610859382815314}],&quot;closed&quot;:false},&quot;pathStyles&quot;:[{&quot;type&quot;:&quot;FILL&quot;,&quot;fillStyle&quot;:&quot;rgba(0,0,0,0)&quot;},{&quot;type&quot;:&quot;STROKE&quot;,&quot;strokeStyle&quot;:&quot;#232323&quot;,&quot;lineWidth&quot;:0.6634035347056062,&quot;lineJoin&quot;:&quot;round&quot;}],&quot;isLocked&quot;:false,&quot;parent&quot;:{&quot;type&quot;:&quot;CHILD&quot;,&quot;parentId&quot;:&quot;c3db9da9-b72f-46e4-91ec-8f53c8f7ebba&quot;,&quot;order&quot;:&quot;85&quot;},&quot;connectorInfo&quot;:{&quot;connectedObjects&quot;:[],&quot;type&quot;:&quot;LINE&quot;,&quot;offset&quot;:{&quot;x&quot;:0,&quot;y&quot;:0},&quot;bending&quot;:0.1,&quot;firstElementIsHead&quot;:true,&quot;customized&quot;:false}},&quot;c048347e-dd02-457e-b8a1-ab6856d85964&quot;:{&quot;type&quot;:&quot;FIGURE_OBJECT&quot;,&quot;id&quot;:&quot;c048347e-dd02-457e-b8a1-ab6856d85964&quot;,&quot;relativeTransform&quot;:{&quot;translate&quot;:{&quot;x&quot;:98.42701463852198,&quot;y&quot;:-68.39206475789868},&quot;rotate&quot;:0,&quot;skewX&quot;:0,&quot;scale&quot;:{&quot;x&quot;:1,&quot;y&quot;:1}},&quot;opacity&quot;:1,&quot;path&quot;:{&quot;type&quot;:&quot;POLY_LINE&quot;,&quot;points&quot;:[{&quot;x&quot;:0,&quot;y&quot;:-2.5610859382815314},{&quot;x&quot;:0,&quot;y&quot;:2.5610859382815314}],&quot;closed&quot;:false},&quot;pathStyles&quot;:[{&quot;type&quot;:&quot;FILL&quot;,&quot;fillStyle&quot;:&quot;rgba(0,0,0,0)&quot;},{&quot;type&quot;:&quot;STROKE&quot;,&quot;strokeStyle&quot;:&quot;#232323&quot;,&quot;lineWidth&quot;:0.6634035347056062,&quot;lineJoin&quot;:&quot;round&quot;}],&quot;isLocked&quot;:false,&quot;parent&quot;:{&quot;type&quot;:&quot;CHILD&quot;,&quot;parentId&quot;:&quot;c3db9da9-b72f-46e4-91ec-8f53c8f7ebba&quot;,&quot;order&quot;:&quot;9&quot;},&quot;connectorInfo&quot;:{&quot;connectedObjects&quot;:[],&quot;type&quot;:&quot;LINE&quot;,&quot;offset&quot;:{&quot;x&quot;:0,&quot;y&quot;:0},&quot;bending&quot;:0.1,&quot;firstElementIsHead&quot;:true,&quot;customized&quot;:false}},&quot;8a231c2a-bc34-43a7-af5e-f1874b3cbe48&quot;:{&quot;type&quot;:&quot;FIGURE_OBJECT&quot;,&quot;id&quot;:&quot;8a231c2a-bc34-43a7-af5e-f1874b3cbe48&quot;,&quot;relativeTransform&quot;:{&quot;translate&quot;:{&quot;x&quot;:-119.27883320890997,&quot;y&quot;:-55.55789761665323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(7, 184, 236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12&quot;}},&quot;f2c632ee-a2fc-41c0-8e2f-89719fe1fb65&quot;:{&quot;type&quot;:&quot;FIGURE_OBJECT&quot;,&quot;id&quot;:&quot;f2c632ee-a2fc-41c0-8e2f-89719fe1fb65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F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8a231c2a-bc34-43a7-af5e-f1874b3cbe48&quot;,&quot;order&quot;:&quot;5&quot;}},&quot;cc5aa653-ec0c-4c84-9729-8f9d5329b783&quot;:{&quot;type&quot;:&quot;FIGURE_OBJECT&quot;,&quot;id&quot;:&quot;cc5aa653-ec0c-4c84-9729-8f9d5329b783&quot;,&quot;relativeTransform&quot;:{&quot;translate&quot;:{&quot;x&quot;:-95.06915983166071,&quot;y&quot;:-55.55789761665323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187,187,188,1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15&quot;}},&quot;6215803c-862a-464b-a75b-23af337df459&quot;:{&quot;type&quot;:&quot;FIGURE_OBJECT&quot;,&quot;id&quot;:&quot;6215803c-862a-464b-a75b-23af337df459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S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cc5aa653-ec0c-4c84-9729-8f9d5329b783&quot;,&quot;order&quot;:&quot;5&quot;}},&quot;82b04fbb-3fa1-4626-8e97-486eb1eb946d&quot;:{&quot;type&quot;:&quot;FIGURE_OBJECT&quot;,&quot;id&quot;:&quot;82b04fbb-3fa1-4626-8e97-486eb1eb946d&quot;,&quot;relativeTransform&quot;:{&quot;translate&quot;:{&quot;x&quot;:-70.85948645441142,&quot;y&quot;:-55.55789761665323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187,187,188,1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17&quot;}},&quot;d0728bbb-0dcd-48d2-95b1-f7e7634b8742&quot;:{&quot;type&quot;:&quot;FIGURE_OBJECT&quot;,&quot;id&quot;:&quot;d0728bbb-0dcd-48d2-95b1-f7e7634b8742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T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82b04fbb-3fa1-4626-8e97-486eb1eb946d&quot;,&quot;order&quot;:&quot;5&quot;}},&quot;91d3be22-785a-42b1-96c1-69484b38783c&quot;:{&quot;type&quot;:&quot;FIGURE_OBJECT&quot;,&quot;id&quot;:&quot;91d3be22-785a-42b1-96c1-69484b38783c&quot;,&quot;relativeTransform&quot;:{&quot;translate&quot;:{&quot;x&quot;:-46.649813077162165,&quot;y&quot;:-55.55789761665323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23,23,23,1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2&quot;}},&quot;041a50c1-272c-436f-a93d-c9f1a7d37750&quot;:{&quot;type&quot;:&quot;FIGURE_OBJECT&quot;,&quot;id&quot;:&quot;041a50c1-272c-436f-a93d-c9f1a7d3775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rgba(255,255,255,1)&quot;,&quot;fontWeight&quot;:&quot;normal&quot;,&quot;fontStyle&quot;:&quot;normal&quot;,&quot;decoration&quot;:&quot;none&quot;,&quot;script&quot;:&quot;none&quot;},&quot;range&quot;:[0,0]}],&quot;text&quot;:&quot;A&quot;}],&quot;verticalAlign&quot;:&quot;TOP&quot;,&quot;_lastCaretLocation&quot;:{&quot;lineIndex&quot;:0,&quot;runIndex&quot;:-1,&quot;charIndex&quot;:-1,&quot;endOfLine&quot;:true}},&quot;size&quot;:{&quot;x&quot;:18.097648426768938,&quot;y&quot;:11.176655406588951},&quot;targetSize&quot;:{&quot;x&quot;:18.097648426768938,&quot;y&quot;:2},&quot;format&quot;:&quot;BETTER_TEXT&quot;},&quot;parent&quot;:{&quot;type&quot;:&quot;CHILD&quot;,&quot;parentId&quot;:&quot;91d3be22-785a-42b1-96c1-69484b38783c&quot;,&quot;order&quot;:&quot;5&quot;}},&quot;ad4824b2-cf16-4915-9c53-82de85396c36&quot;:{&quot;type&quot;:&quot;FIGURE_OBJECT&quot;,&quot;id&quot;:&quot;ad4824b2-cf16-4915-9c53-82de85396c36&quot;,&quot;relativeTransform&quot;:{&quot;translate&quot;:{&quot;x&quot;:-22.44013969991292,&quot;y&quot;:-55.55789761665323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23,23,23,1)&quot;},{&quot;type&quot;:&quot;STROKE&quot;,&quot;strokeStyle&quot;:&quot;rgb(149, 170, 211)&quot;,&quot;lineWidth&quot;:0,&quot;lineJoin&quot;:&quot;round&quot;}],&quot;isLocked&quot;:false,&quot;parent&quot;:{&quot;type&quot;:&quot;CHILD&quot;,&quot;parentId&quot;:&quot;c3db9da9-b72f-46e4-91ec-8f53c8f7ebba&quot;,&quot;order&quot;:&quot;22&quot;}},&quot;65d04c71-812e-4d1a-8573-c9a918002c92&quot;:{&quot;type&quot;:&quot;FIGURE_OBJECT&quot;,&quot;id&quot;:&quot;65d04c71-812e-4d1a-8573-c9a918002c92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rgba(255,255,255,1)&quot;,&quot;fontWeight&quot;:&quot;normal&quot;,&quot;fontStyle&quot;:&quot;normal&quot;,&quot;decoration&quot;:&quot;none&quot;,&quot;script&quot;:&quot;none&quot;},&quot;range&quot;:[0,0]}],&quot;text&quot;:&quot;A&quot;}],&quot;verticalAlign&quot;:&quot;TOP&quot;,&quot;_lastCaretLocation&quot;:{&quot;lineIndex&quot;:0,&quot;runIndex&quot;:-1,&quot;charIndex&quot;:-1,&quot;endOfLine&quot;:true}},&quot;size&quot;:{&quot;x&quot;:18.097648426768938,&quot;y&quot;:11.176655406588951},&quot;targetSize&quot;:{&quot;x&quot;:18.097648426768938,&quot;y&quot;:2},&quot;format&quot;:&quot;BETTER_TEXT&quot;},&quot;parent&quot;:{&quot;type&quot;:&quot;CHILD&quot;,&quot;parentId&quot;:&quot;ad4824b2-cf16-4915-9c53-82de85396c36&quot;,&quot;order&quot;:&quot;5&quot;}},&quot;b82fda2f-d25c-4332-a04b-e9c4927166ae&quot;:{&quot;type&quot;:&quot;FIGURE_OBJECT&quot;,&quot;id&quot;:&quot;b82fda2f-d25c-4332-a04b-e9c4927166ae&quot;,&quot;relativeTransform&quot;:{&quot;translate&quot;:{&quot;x&quot;:1.7695336773363834,&quot;y&quot;:-55.55789761665323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(7, 184, 236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25&quot;}},&quot;ed928db3-c213-4c7c-9b38-4416b861c24c&quot;:{&quot;type&quot;:&quot;FIGURE_OBJECT&quot;,&quot;id&quot;:&quot;ed928db3-c213-4c7c-9b38-4416b861c24c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F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b82fda2f-d25c-4332-a04b-e9c4927166ae&quot;,&quot;order&quot;:&quot;5&quot;}},&quot;29767a76-c802-4607-84f1-3b2a3fd4bc69&quot;:{&quot;type&quot;:&quot;FIGURE_OBJECT&quot;,&quot;id&quot;:&quot;29767a76-c802-4607-84f1-3b2a3fd4bc69&quot;,&quot;relativeTransform&quot;:{&quot;translate&quot;:{&quot;x&quot;:25.97920705458563,&quot;y&quot;:-55.55789761665323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(200, 192, 239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27&quot;}},&quot;d3acea2d-96cd-4fbe-be35-489e2e46e1c9&quot;:{&quot;type&quot;:&quot;FIGURE_OBJECT&quot;,&quot;id&quot;:&quot;d3acea2d-96cd-4fbe-be35-489e2e46e1c9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R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29767a76-c802-4607-84f1-3b2a3fd4bc69&quot;,&quot;order&quot;:&quot;5&quot;}},&quot;1e96cccf-2cfb-4180-a35d-9fec813f64b7&quot;:{&quot;type&quot;:&quot;FIGURE_OBJECT&quot;,&quot;id&quot;:&quot;1e96cccf-2cfb-4180-a35d-9fec813f64b7&quot;,&quot;relativeTransform&quot;:{&quot;translate&quot;:{&quot;x&quot;:50.1888804318349,&quot;y&quot;:-55.55789761665323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(7, 184, 236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3&quot;}},&quot;8288137d-4f72-4e84-a3ca-2b7e2f2dad33&quot;:{&quot;type&quot;:&quot;FIGURE_OBJECT&quot;,&quot;id&quot;:&quot;8288137d-4f72-4e84-a3ca-2b7e2f2dad33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F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1e96cccf-2cfb-4180-a35d-9fec813f64b7&quot;,&quot;order&quot;:&quot;5&quot;}},&quot;75699070-ca88-4419-9d50-4baffdb1f23d&quot;:{&quot;type&quot;:&quot;FIGURE_OBJECT&quot;,&quot;id&quot;:&quot;75699070-ca88-4419-9d50-4baffdb1f23d&quot;,&quot;relativeTransform&quot;:{&quot;translate&quot;:{&quot;x&quot;:74.39855380908416,&quot;y&quot;:-55.55789761665323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234,234,234,1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35&quot;}},&quot;b8a548dd-9827-46e4-9fed-1f52c6ae5104&quot;:{&quot;type&quot;:&quot;FIGURE_OBJECT&quot;,&quot;id&quot;:&quot;b8a548dd-9827-46e4-9fed-1f52c6ae5104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G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75699070-ca88-4419-9d50-4baffdb1f23d&quot;,&quot;order&quot;:&quot;5&quot;}},&quot;cccdea8a-30a5-433b-82f8-c620f169e058&quot;:{&quot;type&quot;:&quot;FIGURE_OBJECT&quot;,&quot;id&quot;:&quot;cccdea8a-30a5-433b-82f8-c620f169e058&quot;,&quot;relativeTransform&quot;:{&quot;translate&quot;:{&quot;x&quot;:98.60822718633342,&quot;y&quot;:-55.55789761665323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238,244,251,1)&quot;},{&quot;type&quot;:&quot;STROKE&quot;,&quot;strokeStyle&quot;:&quot;rgba(255,255,255,1)&quot;,&quot;lineWidth&quot;:0,&quot;lineJoin&quot;:&quot;round&quot;}],&quot;isLocked&quot;:false,&quot;parent&quot;:{&quot;type&quot;:&quot;CHILD&quot;,&quot;parentId&quot;:&quot;c3db9da9-b72f-46e4-91ec-8f53c8f7ebba&quot;,&quot;order&quot;:&quot;4&quot;}},&quot;05d16e9f-cde0-4fb4-a6c3-4582b9b4e6ae&quot;:{&quot;type&quot;:&quot;FIGURE_OBJECT&quot;,&quot;id&quot;:&quot;05d16e9f-cde0-4fb4-a6c3-4582b9b4e6ae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H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cccdea8a-30a5-433b-82f8-c620f169e058&quot;,&quot;order&quot;:&quot;5&quot;}},&quot;9c0b8805-623c-40f0-97eb-90432b88d595&quot;:{&quot;type&quot;:&quot;FIGURE_OBJECT&quot;,&quot;id&quot;:&quot;9c0b8805-623c-40f0-97eb-90432b88d595&quot;,&quot;relativeTransform&quot;:{&quot;translate&quot;:{&quot;x&quot;:122.81790056358271,&quot;y&quot;:-55.55789761665323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23,23,23,1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45&quot;}},&quot;1d5842b2-08c5-4086-bcd5-7d7db4c5cc5a&quot;:{&quot;type&quot;:&quot;FIGURE_OBJECT&quot;,&quot;id&quot;:&quot;1d5842b2-08c5-4086-bcd5-7d7db4c5cc5a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rgba(255,255,255,1)&quot;,&quot;fontWeight&quot;:&quot;normal&quot;,&quot;fontStyle&quot;:&quot;normal&quot;,&quot;decoration&quot;:&quot;none&quot;,&quot;script&quot;:&quot;none&quot;},&quot;range&quot;:[0,0]}],&quot;text&quot;:&quot;A&quot;}],&quot;verticalAlign&quot;:&quot;TOP&quot;,&quot;_lastCaretLocation&quot;:{&quot;lineIndex&quot;:0,&quot;runIndex&quot;:-1,&quot;charIndex&quot;:-1,&quot;endOfLine&quot;:true}},&quot;size&quot;:{&quot;x&quot;:18.097648426768938,&quot;y&quot;:11.176655406588951},&quot;targetSize&quot;:{&quot;x&quot;:18.097648426768938,&quot;y&quot;:2},&quot;format&quot;:&quot;BETTER_TEXT&quot;},&quot;parent&quot;:{&quot;type&quot;:&quot;CHILD&quot;,&quot;parentId&quot;:&quot;9c0b8805-623c-40f0-97eb-90432b88d595&quot;,&quot;order&quot;:&quot;5&quot;}},&quot;72f1aaeb-35c1-4a6f-ba1d-dbd64de99172&quot;:{&quot;type&quot;:&quot;FIGURE_OBJECT&quot;,&quot;id&quot;:&quot;72f1aaeb-35c1-4a6f-ba1d-dbd64de99172&quot;,&quot;relativeTransform&quot;:{&quot;translate&quot;:{&quot;x&quot;:-119.27883320890997,&quot;y&quot;:-31.3884235076262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(7, 184, 236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5&quot;}},&quot;234f5f98-bcaf-4a3f-acc0-c3b1c639f616&quot;:{&quot;type&quot;:&quot;FIGURE_OBJECT&quot;,&quot;id&quot;:&quot;234f5f98-bcaf-4a3f-acc0-c3b1c639f616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F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72f1aaeb-35c1-4a6f-ba1d-dbd64de99172&quot;,&quot;order&quot;:&quot;5&quot;}},&quot;1c34a323-f465-4388-9bac-64f664f8e6b2&quot;:{&quot;type&quot;:&quot;FIGURE_OBJECT&quot;,&quot;id&quot;:&quot;1c34a323-f465-4388-9bac-64f664f8e6b2&quot;,&quot;relativeTransform&quot;:{&quot;translate&quot;:{&quot;x&quot;:-95.06915983166071,&quot;y&quot;:-31.3884235076262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187,187,188,1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52&quot;}},&quot;8e30be1e-034d-4a18-9517-a5a1aa6f0c06&quot;:{&quot;type&quot;:&quot;FIGURE_OBJECT&quot;,&quot;id&quot;:&quot;8e30be1e-034d-4a18-9517-a5a1aa6f0c06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S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1c34a323-f465-4388-9bac-64f664f8e6b2&quot;,&quot;order&quot;:&quot;5&quot;}},&quot;6d9e8b7e-fbb5-49d1-8cda-2ee1b6e27db1&quot;:{&quot;type&quot;:&quot;FIGURE_OBJECT&quot;,&quot;id&quot;:&quot;6d9e8b7e-fbb5-49d1-8cda-2ee1b6e27db1&quot;,&quot;relativeTransform&quot;:{&quot;translate&quot;:{&quot;x&quot;:-46.649813077162165,&quot;y&quot;:-31.3884235076262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23,23,23,1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55&quot;}},&quot;8ff66ecc-3e52-4324-9d87-846fe1cdbce7&quot;:{&quot;type&quot;:&quot;FIGURE_OBJECT&quot;,&quot;id&quot;:&quot;8ff66ecc-3e52-4324-9d87-846fe1cdbce7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rgba(255,255,255,1)&quot;,&quot;fontWeight&quot;:&quot;normal&quot;,&quot;fontStyle&quot;:&quot;normal&quot;,&quot;decoration&quot;:&quot;none&quot;,&quot;script&quot;:&quot;none&quot;},&quot;range&quot;:[0,0]}],&quot;text&quot;:&quot;A&quot;}],&quot;verticalAlign&quot;:&quot;TOP&quot;,&quot;_lastCaretLocation&quot;:{&quot;lineIndex&quot;:0,&quot;runIndex&quot;:-1,&quot;charIndex&quot;:-1,&quot;endOfLine&quot;:true}},&quot;size&quot;:{&quot;x&quot;:18.097648426768938,&quot;y&quot;:11.176655406588951},&quot;targetSize&quot;:{&quot;x&quot;:18.097648426768938,&quot;y&quot;:2},&quot;format&quot;:&quot;BETTER_TEXT&quot;},&quot;parent&quot;:{&quot;type&quot;:&quot;CHILD&quot;,&quot;parentId&quot;:&quot;6d9e8b7e-fbb5-49d1-8cda-2ee1b6e27db1&quot;,&quot;order&quot;:&quot;5&quot;}},&quot;d6b860e2-99fc-435b-bef6-bbf1f359fd69&quot;:{&quot;type&quot;:&quot;FIGURE_OBJECT&quot;,&quot;id&quot;:&quot;d6b860e2-99fc-435b-bef6-bbf1f359fd69&quot;,&quot;relativeTransform&quot;:{&quot;translate&quot;:{&quot;x&quot;:1.7695336773363834,&quot;y&quot;:-31.3884235076262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(7, 184, 236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57&quot;}},&quot;eceaf0e2-4bbc-4537-b859-ba56cbdc7213&quot;:{&quot;type&quot;:&quot;FIGURE_OBJECT&quot;,&quot;id&quot;:&quot;eceaf0e2-4bbc-4537-b859-ba56cbdc7213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F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d6b860e2-99fc-435b-bef6-bbf1f359fd69&quot;,&quot;order&quot;:&quot;5&quot;}},&quot;13f0995d-59f0-42f5-b721-0dee6ad614d0&quot;:{&quot;type&quot;:&quot;FIGURE_OBJECT&quot;,&quot;id&quot;:&quot;13f0995d-59f0-42f5-b721-0dee6ad614d0&quot;,&quot;relativeTransform&quot;:{&quot;translate&quot;:{&quot;x&quot;:25.97920705458563,&quot;y&quot;:-31.3884235076262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7, 184, 236, 1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6&quot;}},&quot;0148c2aa-1693-4421-8ca6-422be9f008aa&quot;:{&quot;type&quot;:&quot;FIGURE_OBJECT&quot;,&quot;id&quot;:&quot;0148c2aa-1693-4421-8ca6-422be9f008aa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F&quot;}],&quot;verticalAlign&quot;:&quot;TOP&quot;,&quot;_lastCaretLocation&quot;:{&quot;lineIndex&quot;:0,&quot;runIndex&quot;:-1,&quot;charIndex&quot;:-1,&quot;endOfLine&quot;:true}},&quot;size&quot;:{&quot;x&quot;:18.097648426768938,&quot;y&quot;:11.176655406588951},&quot;targetSize&quot;:{&quot;x&quot;:18.097648426768938,&quot;y&quot;:2},&quot;format&quot;:&quot;BETTER_TEXT&quot;},&quot;parent&quot;:{&quot;type&quot;:&quot;CHILD&quot;,&quot;parentId&quot;:&quot;13f0995d-59f0-42f5-b721-0dee6ad614d0&quot;,&quot;order&quot;:&quot;5&quot;}},&quot;f7160649-2463-4f40-aff0-554c13276db1&quot;:{&quot;type&quot;:&quot;FIGURE_OBJECT&quot;,&quot;id&quot;:&quot;f7160649-2463-4f40-aff0-554c13276db1&quot;,&quot;relativeTransform&quot;:{&quot;translate&quot;:{&quot;x&quot;:50.1888804318349,&quot;y&quot;:-31.3884235076262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(7, 184, 236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62&quot;}},&quot;3d57953f-fc96-45ff-9d5f-e889665dce10&quot;:{&quot;type&quot;:&quot;FIGURE_OBJECT&quot;,&quot;id&quot;:&quot;3d57953f-fc96-45ff-9d5f-e889665dce1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F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f7160649-2463-4f40-aff0-554c13276db1&quot;,&quot;order&quot;:&quot;5&quot;}},&quot;0f353f42-5264-419f-befb-5dec0c3b7d4d&quot;:{&quot;type&quot;:&quot;FIGURE_OBJECT&quot;,&quot;id&quot;:&quot;0f353f42-5264-419f-befb-5dec0c3b7d4d&quot;,&quot;relativeTransform&quot;:{&quot;translate&quot;:{&quot;x&quot;:74.39855380908416,&quot;y&quot;:-31.3884235076262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234,234,234,1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65&quot;}},&quot;038dd639-8c48-4ce1-81f7-c0483bba3a48&quot;:{&quot;type&quot;:&quot;FIGURE_OBJECT&quot;,&quot;id&quot;:&quot;038dd639-8c48-4ce1-81f7-c0483bba3a48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G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0f353f42-5264-419f-befb-5dec0c3b7d4d&quot;,&quot;order&quot;:&quot;5&quot;}},&quot;940aaa92-2707-414f-a892-15ba31191bda&quot;:{&quot;type&quot;:&quot;FIGURE_OBJECT&quot;,&quot;id&quot;:&quot;940aaa92-2707-414f-a892-15ba31191bda&quot;,&quot;relativeTransform&quot;:{&quot;translate&quot;:{&quot;x&quot;:98.60822718633342,&quot;y&quot;:-31.3884235076262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238,244,251,1)&quot;},{&quot;type&quot;:&quot;STROKE&quot;,&quot;strokeStyle&quot;:&quot;rgba(255,255,255,1)&quot;,&quot;lineWidth&quot;:0,&quot;lineJoin&quot;:&quot;round&quot;}],&quot;isLocked&quot;:false,&quot;parent&quot;:{&quot;type&quot;:&quot;CHILD&quot;,&quot;parentId&quot;:&quot;c3db9da9-b72f-46e4-91ec-8f53c8f7ebba&quot;,&quot;order&quot;:&quot;67&quot;}},&quot;deb9aba1-b89b-46ff-b4ce-3325cbd18099&quot;:{&quot;type&quot;:&quot;FIGURE_OBJECT&quot;,&quot;id&quot;:&quot;deb9aba1-b89b-46ff-b4ce-3325cbd18099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H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940aaa92-2707-414f-a892-15ba31191bda&quot;,&quot;order&quot;:&quot;5&quot;}},&quot;0cb28a94-cd78-439d-828e-93dc9fc79bd6&quot;:{&quot;type&quot;:&quot;FIGURE_OBJECT&quot;,&quot;id&quot;:&quot;0cb28a94-cd78-439d-828e-93dc9fc79bd6&quot;,&quot;relativeTransform&quot;:{&quot;translate&quot;:{&quot;x&quot;:-70.85984496640397,&quot;y&quot;:-31.3884235076262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187,187,188,1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7&quot;}},&quot;9411e5a1-2e7a-4c2c-b6fb-60f0b4bd555c&quot;:{&quot;type&quot;:&quot;FIGURE_OBJECT&quot;,&quot;id&quot;:&quot;9411e5a1-2e7a-4c2c-b6fb-60f0b4bd555c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T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0cb28a94-cd78-439d-828e-93dc9fc79bd6&quot;,&quot;order&quot;:&quot;5&quot;}},&quot;b78d5e1e-60f4-46d1-a374-f70c9ba292b5&quot;:{&quot;type&quot;:&quot;FIGURE_OBJECT&quot;,&quot;id&quot;:&quot;b78d5e1e-60f4-46d1-a374-f70c9ba292b5&quot;,&quot;relativeTransform&quot;:{&quot;translate&quot;:{&quot;x&quot;:-22.44089211476755,&quot;y&quot;:-31.3884235076262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23,23,23,1)&quot;},{&quot;type&quot;:&quot;STROKE&quot;,&quot;strokeStyle&quot;:&quot;rgb(149, 170, 211)&quot;,&quot;lineWidth&quot;:0,&quot;lineJoin&quot;:&quot;round&quot;}],&quot;isLocked&quot;:false,&quot;parent&quot;:{&quot;type&quot;:&quot;CHILD&quot;,&quot;parentId&quot;:&quot;c3db9da9-b72f-46e4-91ec-8f53c8f7ebba&quot;,&quot;order&quot;:&quot;72&quot;}},&quot;a5f9f48a-bb2c-41f7-96a9-18bc6e826f14&quot;:{&quot;type&quot;:&quot;FIGURE_OBJECT&quot;,&quot;id&quot;:&quot;a5f9f48a-bb2c-41f7-96a9-18bc6e826f14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rgba(255,255,255,1)&quot;,&quot;fontWeight&quot;:&quot;normal&quot;,&quot;fontStyle&quot;:&quot;normal&quot;,&quot;decoration&quot;:&quot;none&quot;,&quot;script&quot;:&quot;none&quot;},&quot;range&quot;:[0,0]}],&quot;text&quot;:&quot;A&quot;}],&quot;verticalAlign&quot;:&quot;TOP&quot;,&quot;_lastCaretLocation&quot;:{&quot;lineIndex&quot;:0,&quot;runIndex&quot;:-1,&quot;charIndex&quot;:-1,&quot;endOfLine&quot;:true}},&quot;size&quot;:{&quot;x&quot;:18.097648426768938,&quot;y&quot;:11.176655406588951},&quot;targetSize&quot;:{&quot;x&quot;:18.097648426768938,&quot;y&quot;:2},&quot;format&quot;:&quot;BETTER_TEXT&quot;},&quot;parent&quot;:{&quot;type&quot;:&quot;CHILD&quot;,&quot;parentId&quot;:&quot;b78d5e1e-60f4-46d1-a374-f70c9ba292b5&quot;,&quot;order&quot;:&quot;5&quot;}},&quot;0a3b9716-1a12-4063-bc59-25d9ba1c4f8b&quot;:{&quot;type&quot;:&quot;FIGURE_OBJECT&quot;,&quot;id&quot;:&quot;0a3b9716-1a12-4063-bc59-25d9ba1c4f8b&quot;,&quot;relativeTransform&quot;:{&quot;translate&quot;:{&quot;x&quot;:122.81779536466415,&quot;y&quot;:-31.3884235076262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23,23,23,1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75&quot;}},&quot;8c574db0-a618-4317-85ee-5b875bc1fcbc&quot;:{&quot;type&quot;:&quot;FIGURE_OBJECT&quot;,&quot;id&quot;:&quot;8c574db0-a618-4317-85ee-5b875bc1fcbc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rgba(255,255,255,1)&quot;,&quot;fontWeight&quot;:&quot;normal&quot;,&quot;fontStyle&quot;:&quot;normal&quot;,&quot;decoration&quot;:&quot;none&quot;,&quot;script&quot;:&quot;none&quot;},&quot;range&quot;:[0,0]}],&quot;text&quot;:&quot;A&quot;}],&quot;verticalAlign&quot;:&quot;TOP&quot;,&quot;_lastCaretLocation&quot;:{&quot;lineIndex&quot;:0,&quot;runIndex&quot;:-1,&quot;charIndex&quot;:-1,&quot;endOfLine&quot;:true}},&quot;size&quot;:{&quot;x&quot;:18.097648426768938,&quot;y&quot;:11.176655406588951},&quot;targetSize&quot;:{&quot;x&quot;:18.097648426768938,&quot;y&quot;:2},&quot;format&quot;:&quot;BETTER_TEXT&quot;},&quot;parent&quot;:{&quot;type&quot;:&quot;CHILD&quot;,&quot;parentId&quot;:&quot;0a3b9716-1a12-4063-bc59-25d9ba1c4f8b&quot;,&quot;order&quot;:&quot;5&quot;}},&quot;b2ba94ef-7e4b-4c20-bb3f-cdc19d15140f&quot;:{&quot;type&quot;:&quot;FIGURE_OBJECT&quot;,&quot;id&quot;:&quot;b2ba94ef-7e4b-4c20-bb3f-cdc19d15140f&quot;,&quot;relativeTransform&quot;:{&quot;translate&quot;:{&quot;x&quot;:-47.36175710330053,&quot;y&quot;:30.46485018070007},&quot;rotate&quot;:-1.8172575235219555,&quot;skewX&quot;:0,&quot;scale&quot;:{&quot;x&quot;:1,&quot;y&quot;:1}},&quot;opacity&quot;:0.35,&quot;path&quot;:{&quot;type&quot;:&quot;POLY_LINE&quot;,&quot;points&quot;:[{&quot;x&quot;:1.720792615966272,&quot;y&quot;:3.687412648063126},{&quot;x&quot;:6.545157628585992,&quot;y&quot;:-9.882266206151991},{&quot;x&quot;:6.545157628585992,&quot;y&quot;:-34.66167978567364},{&quot;x&quot;:26.051186962651705,&quot;y&quot;:-42.089972762440595},{&quot;x&quot;:41.36047966233183,&quot;y&quot;:-33.18671468627403},{&quot;x&quot;:23.215336095759138,&quot;y&quot;:-19.39579098428926},{&quot;x&quot;:20.403683875028396,&quot;y&quot;:-8.603962979395282}],&quot;closed&quot;:false},&quot;pathStyles&quot;:[{&quot;type&quot;:&quot;FILL&quot;,&quot;fillStyle&quot;:&quot;rgba(0,0,0,0)&quot;},{&quot;type&quot;:&quot;STROKE&quot;,&quot;strokeStyle&quot;:&quot;rgba(187,187,188,1)&quot;,&quot;lineWidth&quot;:3.687412696549478,&quot;lineJoin&quot;:&quot;round&quot;}],&quot;isLocked&quot;:false,&quot;parent&quot;:{&quot;type&quot;:&quot;CHILD&quot;,&quot;parentId&quot;:&quot;c3db9da9-b72f-46e4-91ec-8f53c8f7ebba&quot;,&quot;order&quot;:&quot;01&quot;},&quot;connectorInfo&quot;:{&quot;connectedObjects&quot;:[],&quot;type&quot;:&quot;QUADRATIC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,&quot;pathSmoothing&quot;:{&quot;type&quot;:&quot;CATMULL_SMOOTHING&quot;,&quot;smoothing&quot;:0.2}},&quot;10d1bad2-ec9f-4e8b-a2c7-3ad16519cdb9&quot;:{&quot;id&quot;:&quot;10d1bad2-ec9f-4e8b-a2c7-3ad16519cdb9&quot;,&quot;name&quot;:&quot;Alpha helix 3&quot;,&quot;displayName&quot;:&quot;&quot;,&quot;type&quot;:&quot;FIGURE_OBJECT&quot;,&quot;relativeTransform&quot;:{&quot;translate&quot;:{&quot;x&quot;:27.6046535734514,&quot;y&quot;:-59.06277023353596},&quot;rotate&quot;:-1.8172575235219555,&quot;skewX&quot;:0,&quot;scale&quot;:{&quot;x&quot;:0.5118807188579433,&quot;y&quot;:0.5118807188579434}},&quot;image&quot;:{&quot;url&quot;:&quot;https://icons.cdn.biorender.com/biorender/6787e2a675a9c77fdf32df2e/6787e26375a9c77fdf32de9b.png&quot;,&quot;isPremium&quot;:false,&quot;isOrgIcon&quot;:false,&quot;size&quot;:{&quot;x&quot;:57,&quot;y&quot;:288.8},&quot;fallbackUrl&quot;:&quot;sources/icons/6787e2a675a9c77fdf32df2e/6787e26375a9c77fdf32de9b.svg&quot;},&quot;source&quot;:{&quot;id&quot;:&quot;6787e26375a9c77fdf32de9b&quot;,&quot;version&quot;:&quot;20250115163019&quot;,&quot;type&quot;:&quot;ASSETS&quot;},&quot;isPremium&quot;:false,&quot;parent&quot;:{&quot;type&quot;:&quot;CHILD&quot;,&quot;parentId&quot;:&quot;c3db9da9-b72f-46e4-91ec-8f53c8f7ebba&quot;,&quot;order&quot;:&quot;015&quot;},&quot;opacity&quot;:0.35},&quot;823bbcf2-0424-4a9a-ab3c-2910f5431fda&quot;:{&quot;type&quot;:&quot;FIGURE_OBJECT&quot;,&quot;id&quot;:&quot;823bbcf2-0424-4a9a-ab3c-2910f5431fda&quot;,&quot;relativeTransform&quot;:{&quot;translate&quot;:{&quot;x&quot;:-37.758063527049615,&quot;y&quot;:-48.50441808886467},&quot;rotate&quot;:-1.8172575235219555,&quot;skewX&quot;:0,&quot;scale&quot;:{&quot;x&quot;:1,&quot;y&quot;:1}},&quot;opacity&quot;:0.35,&quot;path&quot;:{&quot;type&quot;:&quot;POLY_LINE&quot;,&quot;points&quot;:[{&quot;x&quot;:3.8410549463532186,&quot;y&quot;:4.424895197762967},{&quot;x&quot;:14.165810642150849,&quot;y&quot;:-7.423991040485878},{&quot;x&quot;:22.52394620541548,&quot;y&quot;:-40.12335262990773},{&quot;x&quot;:11.609012417110923,&quot;y&quot;:-61.9419659080457},{&quot;x&quot;:-1.7273224093748185,&quot;y&quot;:-57.33127878957024},{&quot;x&quot;:2.6975728888239474,&quot;y&quot;:-36.257407651739186},{&quot;x&quot;:24.644208535802573,&quot;y&quot;:-22.12447644077663},{&quot;x&quot;:60.239370352669226,&quot;y&quot;:-22.12447644077663},{&quot;x&quot;:71.15170182624774,&quot;y&quot;:-12.020965487290988},{&quot;x&quot;:58.01529390971952,&quot;y&quot;:-3.9332401646297166}],&quot;closed&quot;:false},&quot;pathStyles&quot;:[{&quot;type&quot;:&quot;FILL&quot;,&quot;fillStyle&quot;:&quot;rgba(0,0,0,0)&quot;},{&quot;type&quot;:&quot;STROKE&quot;,&quot;strokeStyle&quot;:&quot;rgba(187,187,188,1)&quot;,&quot;lineWidth&quot;:3.687412696549478,&quot;lineJoin&quot;:&quot;round&quot;}],&quot;isLocked&quot;:false,&quot;parent&quot;:{&quot;type&quot;:&quot;CHILD&quot;,&quot;parentId&quot;:&quot;c3db9da9-b72f-46e4-91ec-8f53c8f7ebba&quot;,&quot;order&quot;:&quot;005&quot;},&quot;connectorInfo&quot;:{&quot;connectedObjects&quot;:[],&quot;type&quot;:&quot;QUADRATIC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,&quot;pathSmoothing&quot;:{&quot;type&quot;:&quot;CATMULL_SMOOTHING&quot;,&quot;smoothing&quot;:0.2}},&quot;1567d730-8608-4cce-81c9-46a5a0777ffd&quot;:{&quot;type&quot;:&quot;FIGURE_OBJECT&quot;,&quot;id&quot;:&quot;1567d730-8608-4cce-81c9-46a5a0777ffd&quot;,&quot;relativeTransform&quot;:{&quot;translate&quot;:{&quot;x&quot;:84.89563360717193,&quot;y&quot;:-39.31010332512551},&quot;rotate&quot;:-1.8172575235219555,&quot;skewX&quot;:0,&quot;scale&quot;:{&quot;x&quot;:1,&quot;y&quot;:1}},&quot;opacity&quot;:0.35,&quot;path&quot;:{&quot;type&quot;:&quot;POLY_LINE&quot;,&quot;points&quot;:[{&quot;x&quot;:-15.241306027129578,&quot;y&quot;:-20.64951149203106},{&quot;x&quot;:-10.816410728930673,&quot;y&quot;:-4.474060841686653},{&quot;x&quot;:7.774295211419083,&quot;y&quot;:-4.474060841686653},{&quot;x&quot;:27.280324545484664,&quot;y&quot;:-22.37030395734336},{&quot;x&quot;:43.818754827998006,&quot;y&quot;:-31.711749586874415},{&quot;x&quot;:56.43718760257088,&quot;y&quot;:-20.731506337029113},{&quot;x&quot;:48.617202322367284,&quot;y&quot;:1.8699792507051762},{&quot;x&quot;:54.75139246466746,&quot;y&quot;:12.790613266237727},{&quot;x&quot;:63.77687632924961,&quot;y&quot;:9.366028454003974},{&quot;x&quot;:66.3004494290035,&quot;y&quot;:-4.750616672906773},{&quot;x&quot;:75.96070261908186,&quot;y&quot;:-12.291375727894346}],&quot;closed&quot;:false},&quot;pathStyles&quot;:[{&quot;type&quot;:&quot;FILL&quot;,&quot;fillStyle&quot;:&quot;rgba(0,0,0,0)&quot;},{&quot;type&quot;:&quot;STROKE&quot;,&quot;strokeStyle&quot;:&quot;rgba(187,187,188,1)&quot;,&quot;lineWidth&quot;:3.687412696549478,&quot;lineJoin&quot;:&quot;round&quot;}],&quot;isLocked&quot;:false,&quot;parent&quot;:{&quot;type&quot;:&quot;CHILD&quot;,&quot;parentId&quot;:&quot;c3db9da9-b72f-46e4-91ec-8f53c8f7ebba&quot;,&quot;order&quot;:&quot;02&quot;},&quot;connectorInfo&quot;:{&quot;connectedObjects&quot;:[],&quot;type&quot;:&quot;QUADRATIC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,&quot;pathSmoothing&quot;:{&quot;type&quot;:&quot;CATMULL_SMOOTHING&quot;,&quot;smoothing&quot;:0.2}},&quot;c61d2a0b-e556-4497-8512-db3cb34b75e7&quot;:{&quot;id&quot;:&quot;c61d2a0b-e556-4497-8512-db3cb34b75e7&quot;,&quot;name&quot;:&quot;Alpha helix 3&quot;,&quot;displayName&quot;:&quot;&quot;,&quot;type&quot;:&quot;FIGURE_OBJECT&quot;,&quot;relativeTransform&quot;:{&quot;translate&quot;:{&quot;x&quot;:1.324468268571195,&quot;y&quot;:-13.32775861393202},&quot;rotate&quot;:1.3243351300678379,&quot;skewX&quot;:0,&quot;scale&quot;:{&quot;x&quot;:0.5118807188579433,&quot;y&quot;:0.5118807188579433}},&quot;image&quot;:{&quot;url&quot;:&quot;https://icons.cdn.biorender.com/biorender/6787e2a675a9c77fdf32df2e/6787e26375a9c77fdf32de9b.png&quot;,&quot;isPremium&quot;:false,&quot;isOrgIcon&quot;:false,&quot;size&quot;:{&quot;x&quot;:57,&quot;y&quot;:288.8},&quot;fallbackUrl&quot;:&quot;sources/icons/6787e2a675a9c77fdf32df2e/6787e26375a9c77fdf32de9b.svg&quot;},&quot;source&quot;:{&quot;id&quot;:&quot;6787e26375a9c77fdf32de9b&quot;,&quot;version&quot;:&quot;20250115163019&quot;,&quot;type&quot;:&quot;ASSETS&quot;},&quot;isPremium&quot;:false,&quot;parent&quot;:{&quot;type&quot;:&quot;CHILD&quot;,&quot;parentId&quot;:&quot;c3db9da9-b72f-46e4-91ec-8f53c8f7ebba&quot;,&quot;order&quot;:&quot;025&quot;},&quot;opacity&quot;:0.35},&quot;a60ae8f8-9e3d-47aa-957b-6cfb1b5457c4&quot;:{&quot;type&quot;:&quot;FIGURE_OBJECT&quot;,&quot;id&quot;:&quot;a60ae8f8-9e3d-47aa-957b-6cfb1b5457c4&quot;,&quot;parent&quot;:{&quot;type&quot;:&quot;CHILD&quot;,&quot;parentId&quot;:&quot;c3db9da9-b72f-46e4-91ec-8f53c8f7ebba&quot;,&quot;order&quot;:&quot;03&quot;},&quot;relativeTransform&quot;:{&quot;translate&quot;:{&quot;x&quot;:-621.8105597483633,&quot;y&quot;:-818.5955375336094},&quot;rotate&quot;:-1.8172575235219555,&quot;skewX&quot;:0,&quot;scale&quot;:{&quot;x&quot;:1,&quot;y&quot;:1}},&quot;opacity&quot;:0.35},&quot;a2951b21-0eb0-4d20-8a4e-97c64482b5fc&quot;:{&quot;id&quot;:&quot;a2951b21-0eb0-4d20-8a4e-97c64482b5fc&quot;,&quot;name&quot;:&quot;Alpha helix 3&quot;,&quot;displayName&quot;:&quot;&quot;,&quot;type&quot;:&quot;FIGURE_OBJECT&quot;,&quot;relativeTransform&quot;:{&quot;translate&quot;:{&quot;x&quot;:-841.3623902995382,&quot;y&quot;:435.7627629686154},&quot;rotate&quot;:0,&quot;skewX&quot;:0,&quot;scale&quot;:{&quot;x&quot;:0.5118807188579433,&quot;y&quot;:0.5118807188579433}},&quot;image&quot;:{&quot;url&quot;:&quot;https://icons.cdn.biorender.com/biorender/6787e2a675a9c77fdf32df2e/6787e26375a9c77fdf32de9b.png&quot;,&quot;isPremium&quot;:false,&quot;isOrgIcon&quot;:false,&quot;size&quot;:{&quot;x&quot;:57,&quot;y&quot;:288.8},&quot;fallbackUrl&quot;:&quot;sources/icons/6787e2a675a9c77fdf32df2e/6787e26375a9c77fdf32de9b.svg&quot;},&quot;source&quot;:{&quot;id&quot;:&quot;6787e26375a9c77fdf32de9b&quot;,&quot;version&quot;:&quot;20250115163019&quot;,&quot;type&quot;:&quot;ASSETS&quot;},&quot;isPremium&quot;:false,&quot;parent&quot;:{&quot;type&quot;:&quot;CHILD&quot;,&quot;parentId&quot;:&quot;a60ae8f8-9e3d-47aa-957b-6cfb1b5457c4&quot;,&quot;order&quot;:&quot;5&quot;}},&quot;49e7f514-876b-4606-b791-a75c946353a9&quot;:{&quot;type&quot;:&quot;FIGURE_OBJECT&quot;,&quot;id&quot;:&quot;49e7f514-876b-4606-b791-a75c946353a9&quot;,&quot;parent&quot;:{&quot;type&quot;:&quot;CROP&quot;,&quot;parentId&quot;:&quot;a60ae8f8-9e3d-47aa-957b-6cfb1b5457c4&quot;,&quot;order&quot;:&quot;5&quot;},&quot;relativeTransform&quot;:{&quot;translate&quot;:{&quot;x&quot;:-841.3623902995382,&quot;y&quot;:435.7627629686154},&quot;rotate&quot;:0,&quot;skewX&quot;:0,&quot;scale&quot;:{&quot;x&quot;:14.58860048745133,&quot;y&quot;:73.91557580308702}},&quot;path&quot;:{&quot;type&quot;:&quot;POLY_LINE&quot;,&quot;points&quot;:[{&quot;x&quot;:-0.9886690861998417,&quot;y&quot;:0.19990945181314057},{&quot;x&quot;:-0.96,&quot;y&quot;:-0.68},{&quot;x&quot;:-0.38,&quot;y&quot;:-0.96},{&quot;x&quot;:1.2225329072411029,&quot;y&quot;:-0.9193208885985529},{&quot;x&quot;:1.0078273177595847,&quot;y&quot;:0.10901380681474393},{&quot;x&quot;:1.0645783002273461,&quot;y&quot;:0.510973393008741},{&quot;x&quot;:-0.4619425545876439,&quot;y&quot;:0.6933234690296537},{&quot;x&quot;:-1.1066236932135922,&quot;y&quot;:0.6933234690296537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QUADRATIC&quot;,&quot;offset&quot;:{&quot;x&quot;:0,&quot;y&quot;:0},&quot;bending&quot;:-0.1,&quot;firstElementIsHead&quot;:true,&quot;customized&quot;:true}},&quot;cbb5bfc2-c698-4357-91fe-e4befa52b982&quot;:{&quot;type&quot;:&quot;FIGURE_OBJECT&quot;,&quot;id&quot;:&quot;cbb5bfc2-c698-4357-91fe-e4befa52b982&quot;,&quot;relativeTransform&quot;:{&quot;translate&quot;:{&quot;x&quot;:83.84381620454877,&quot;y&quot;:-99.60193058064283},&quot;rotate&quot;:1.324335130067838,&quot;skewX&quot;:0,&quot;scale&quot;:{&quot;x&quot;:1,&quot;y&quot;:1}},&quot;opacity&quot;:0.35,&quot;path&quot;:{&quot;type&quot;:&quot;ELLIPSE&quot;,&quot;size&quot;:{&quot;x&quot;:14.50382327309446,&quot;y&quot;:14.50382327309446}},&quot;isLocked&quot;:false,&quot;pathStyles&quot;:[{&quot;type&quot;:&quot;FILL&quot;,&quot;fillStyle&quot;:&quot;rgb(3, 200, 243)&quot;},{&quot;type&quot;:&quot;STROKE&quot;,&quot;strokeStyle&quot;:&quot;#95AAD3&quot;,&quot;lineWidth&quot;:0,&quot;lineJoin&quot;:&quot;round&quot;}],&quot;parent&quot;:{&quot;type&quot;:&quot;CHILD&quot;,&quot;parentId&quot;:&quot;c3db9da9-b72f-46e4-91ec-8f53c8f7ebba&quot;,&quot;order&quot;:&quot;031&quot;}},&quot;9f94aa57-57a0-4dc4-9514-39113c1c165e&quot;:{&quot;type&quot;:&quot;FIGURE_OBJECT&quot;,&quot;id&quot;:&quot;9f94aa57-57a0-4dc4-9514-39113c1c165e&quot;,&quot;relativeTransform&quot;:{&quot;translate&quot;:{&quot;x&quot;:-68.80071908784737,&quot;y&quot;:-83.47643107881902},&quot;rotate&quot;:1.324335130067838,&quot;skewX&quot;:0,&quot;scale&quot;:{&quot;x&quot;:1,&quot;y&quot;:1}},&quot;opacity&quot;:0.35,&quot;path&quot;:{&quot;type&quot;:&quot;ELLIPSE&quot;,&quot;size&quot;:{&quot;x&quot;:14.50382327309446,&quot;y&quot;:14.50382327309446}},&quot;isLocked&quot;:false,&quot;pathStyles&quot;:[{&quot;type&quot;:&quot;FILL&quot;,&quot;fillStyle&quot;:&quot;rgb(3, 200, 243)&quot;},{&quot;type&quot;:&quot;STROKE&quot;,&quot;strokeStyle&quot;:&quot;#95AAD3&quot;,&quot;lineWidth&quot;:0,&quot;lineJoin&quot;:&quot;round&quot;}],&quot;parent&quot;:{&quot;type&quot;:&quot;CHILD&quot;,&quot;parentId&quot;:&quot;c3db9da9-b72f-46e4-91ec-8f53c8f7ebba&quot;,&quot;order&quot;:&quot;032&quot;}},&quot;9f01b016-f280-43d0-ad12-6bed0278c262&quot;:{&quot;type&quot;:&quot;FIGURE_OBJECT&quot;,&quot;id&quot;:&quot;9f01b016-f280-43d0-ad12-6bed0278c262&quot;,&quot;relativeTransform&quot;:{&quot;translate&quot;:{&quot;x&quot;:-103.63341593924213,&quot;y&quot;:-40.146900571769606},&quot;rotate&quot;:1.324335130067838,&quot;skewX&quot;:0,&quot;scale&quot;:{&quot;x&quot;:1,&quot;y&quot;:1}},&quot;opacity&quot;:0.35,&quot;path&quot;:{&quot;type&quot;:&quot;ELLIPSE&quot;,&quot;size&quot;:{&quot;x&quot;:14.50382327309446,&quot;y&quot;:14.50382327309446}},&quot;isLocked&quot;:false,&quot;pathStyles&quot;:[{&quot;type&quot;:&quot;FILL&quot;,&quot;fillStyle&quot;:&quot;rgb(3, 200, 243)&quot;},{&quot;type&quot;:&quot;STROKE&quot;,&quot;strokeStyle&quot;:&quot;#95AAD3&quot;,&quot;lineWidth&quot;:0,&quot;lineJoin&quot;:&quot;round&quot;}],&quot;parent&quot;:{&quot;type&quot;:&quot;CHILD&quot;,&quot;parentId&quot;:&quot;c3db9da9-b72f-46e4-91ec-8f53c8f7ebba&quot;,&quot;order&quot;:&quot;035&quot;}},&quot;58d5ad80-4a6f-4829-8c36-837de438b882&quot;:{&quot;type&quot;:&quot;FIGURE_OBJECT&quot;,&quot;id&quot;:&quot;58d5ad80-4a6f-4829-8c36-837de438b882&quot;,&quot;relativeTransform&quot;:{&quot;translate&quot;:{&quot;x&quot;:-94.87784253410166,&quot;y&quot;:16.02933251639604},&quot;rotate&quot;:1.324335130067838,&quot;skewX&quot;:0,&quot;scale&quot;:{&quot;x&quot;:1,&quot;y&quot;:1}},&quot;opacity&quot;:0.35,&quot;path&quot;:{&quot;type&quot;:&quot;ELLIPSE&quot;,&quot;size&quot;:{&quot;x&quot;:14.50382327309446,&quot;y&quot;:14.50382327309446}},&quot;isLocked&quot;:false,&quot;pathStyles&quot;:[{&quot;type&quot;:&quot;FILL&quot;,&quot;fillStyle&quot;:&quot;rgb(3, 200, 243)&quot;},{&quot;type&quot;:&quot;STROKE&quot;,&quot;strokeStyle&quot;:&quot;#95AAD3&quot;,&quot;lineWidth&quot;:0,&quot;lineJoin&quot;:&quot;round&quot;}],&quot;parent&quot;:{&quot;type&quot;:&quot;CHILD&quot;,&quot;parentId&quot;:&quot;c3db9da9-b72f-46e4-91ec-8f53c8f7ebba&quot;,&quot;order&quot;:&quot;037&quot;}},&quot;0f1d55df-1405-493e-b276-b4f3a34b723f&quot;:{&quot;type&quot;:&quot;FIGURE_OBJECT&quot;,&quot;id&quot;:&quot;0f1d55df-1405-493e-b276-b4f3a34b723f&quot;,&quot;relativeTransform&quot;:{&quot;translate&quot;:{&quot;x&quot;:82.87133741909327,&quot;y&quot;:-37.905780293520365},&quot;rotate&quot;:1.324335130067838,&quot;skewX&quot;:0,&quot;scale&quot;:{&quot;x&quot;:1,&quot;y&quot;:1}},&quot;opacity&quot;:0.35,&quot;path&quot;:{&quot;type&quot;:&quot;ELLIPSE&quot;,&quot;size&quot;:{&quot;x&quot;:14.50382327309446,&quot;y&quot;:14.50382327309446}},&quot;isLocked&quot;:false,&quot;pathStyles&quot;:[{&quot;type&quot;:&quot;FILL&quot;,&quot;fillStyle&quot;:&quot;rgb(3, 200, 243)&quot;},{&quot;type&quot;:&quot;STROKE&quot;,&quot;strokeStyle&quot;:&quot;#95AAD3&quot;,&quot;lineWidth&quot;:0,&quot;lineJoin&quot;:&quot;round&quot;}],&quot;parent&quot;:{&quot;type&quot;:&quot;CHILD&quot;,&quot;parentId&quot;:&quot;c3db9da9-b72f-46e4-91ec-8f53c8f7ebba&quot;,&quot;order&quot;:&quot;04&quot;}},&quot;a34aa5d8-2b6e-4e53-aa86-f844002daf4d&quot;:{&quot;type&quot;:&quot;FIGURE_OBJECT&quot;,&quot;id&quot;:&quot;a34aa5d8-2b6e-4e53-aa86-f844002daf4d&quot;,&quot;relativeTransform&quot;:{&quot;translate&quot;:{&quot;x&quot;:32.228645682821195,&quot;y&quot;:-10.208011106254844},&quot;rotate&quot;:1.324335130067838,&quot;skewX&quot;:0,&quot;scale&quot;:{&quot;x&quot;:1,&quot;y&quot;:1}},&quot;opacity&quot;:0.35,&quot;path&quot;:{&quot;type&quot;:&quot;ELLIPSE&quot;,&quot;size&quot;:{&quot;x&quot;:14.50382327309446,&quot;y&quot;:14.50382327309446}},&quot;isLocked&quot;:false,&quot;pathStyles&quot;:[{&quot;type&quot;:&quot;FILL&quot;,&quot;fillStyle&quot;:&quot;rgb(3, 200, 243)&quot;},{&quot;type&quot;:&quot;STROKE&quot;,&quot;strokeStyle&quot;:&quot;#95AAD3&quot;,&quot;lineWidth&quot;:0,&quot;lineJoin&quot;:&quot;round&quot;}],&quot;parent&quot;:{&quot;type&quot;:&quot;CHILD&quot;,&quot;parentId&quot;:&quot;c3db9da9-b72f-46e4-91ec-8f53c8f7ebba&quot;,&quot;order&quot;:&quot;041&quot;}},&quot;06a1cdf5-526c-461c-b633-e9eceb490434&quot;:{&quot;type&quot;:&quot;FIGURE_OBJECT&quot;,&quot;id&quot;:&quot;06a1cdf5-526c-461c-b633-e9eceb490434&quot;,&quot;relativeTransform&quot;:{&quot;translate&quot;:{&quot;x&quot;:-16.905694610819694,&quot;y&quot;:-102.31454817016788},&quot;rotate&quot;:1.324335130067838,&quot;skewX&quot;:0,&quot;scale&quot;:{&quot;x&quot;:1,&quot;y&quot;:1}},&quot;opacity&quot;:0.35,&quot;path&quot;:{&quot;type&quot;:&quot;ELLIPSE&quot;,&quot;size&quot;:{&quot;x&quot;:14.50382327309446,&quot;y&quot;:14.50382327309446}},&quot;isLocked&quot;:false,&quot;pathStyles&quot;:[{&quot;type&quot;:&quot;FILL&quot;,&quot;fillStyle&quot;:&quot;rgb(3, 200, 243)&quot;},{&quot;type&quot;:&quot;STROKE&quot;,&quot;strokeStyle&quot;:&quot;#95AAD3&quot;,&quot;lineWidth&quot;:0,&quot;lineJoin&quot;:&quot;round&quot;}],&quot;parent&quot;:{&quot;type&quot;:&quot;CHILD&quot;,&quot;parentId&quot;:&quot;c3db9da9-b72f-46e4-91ec-8f53c8f7ebba&quot;,&quot;order&quot;:&quot;042&quot;}},&quot;72efc1d9-b564-4ed4-a300-27bfe02928c2&quot;:{&quot;type&quot;:&quot;FIGURE_OBJECT&quot;,&quot;id&quot;:&quot;72efc1d9-b564-4ed4-a300-27bfe02928c2&quot;,&quot;relativeTransform&quot;:{&quot;translate&quot;:{&quot;x&quot;:34.25321197050414,&quot;y&quot;:-63.84047320465527},&quot;rotate&quot;:1.324335130067838,&quot;skewX&quot;:0,&quot;scale&quot;:{&quot;x&quot;:1,&quot;y&quot;:1}},&quot;opacity&quot;:0.35,&quot;path&quot;:{&quot;type&quot;:&quot;ELLIPSE&quot;,&quot;size&quot;:{&quot;x&quot;:14.50382327309446,&quot;y&quot;:14.50382327309446}},&quot;isLocked&quot;:false,&quot;pathStyles&quot;:[{&quot;type&quot;:&quot;FILL&quot;,&quot;fillStyle&quot;:&quot;rgb(3, 200, 243)&quot;},{&quot;type&quot;:&quot;STROKE&quot;,&quot;strokeStyle&quot;:&quot;#95AAD3&quot;,&quot;lineWidth&quot;:0,&quot;lineJoin&quot;:&quot;round&quot;}],&quot;parent&quot;:{&quot;type&quot;:&quot;CHILD&quot;,&quot;parentId&quot;:&quot;c3db9da9-b72f-46e4-91ec-8f53c8f7ebba&quot;,&quot;order&quot;:&quot;045&quot;}},&quot;ba09e849-a744-4d99-ae2a-4c66edebe981&quot;:{&quot;type&quot;:&quot;FIGURE_OBJECT&quot;,&quot;id&quot;:&quot;ba09e849-a744-4d99-ae2a-4c66edebe981&quot;,&quot;relativeTransform&quot;:{&quot;translate&quot;:{&quot;x&quot;:41.7498434922428,&quot;y&quot;:-125.64165483206716},&quot;rotate&quot;:1.324335130067838,&quot;skewX&quot;:0,&quot;scale&quot;:{&quot;x&quot;:1,&quot;y&quot;:1}},&quot;opacity&quot;:0.35,&quot;path&quot;:{&quot;type&quot;:&quot;ELLIPSE&quot;,&quot;size&quot;:{&quot;x&quot;:14.50382327309446,&quot;y&quot;:14.50382327309446}},&quot;isLocked&quot;:false,&quot;pathStyles&quot;:[{&quot;type&quot;:&quot;FILL&quot;,&quot;fillStyle&quot;:&quot;rgb(3, 200, 243)&quot;},{&quot;type&quot;:&quot;STROKE&quot;,&quot;strokeStyle&quot;:&quot;#95AAD3&quot;,&quot;lineWidth&quot;:0,&quot;lineJoin&quot;:&quot;round&quot;}],&quot;parent&quot;:{&quot;type&quot;:&quot;CHILD&quot;,&quot;parentId&quot;:&quot;c3db9da9-b72f-46e4-91ec-8f53c8f7ebba&quot;,&quot;order&quot;:&quot;047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823bbcf2-0424-4a9a-ab3c-2910f5431fda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823bbcf2-0424-4a9a-ab3c-2910f5431fda&quot;:{&quot;type&quot;:&quot;FIGURE_OBJECT&quot;,&quot;id&quot;:&quot;823bbcf2-0424-4a9a-ab3c-2910f5431fda&quot;,&quot;relativeTransform&quot;:{&quot;translate&quot;:{&quot;x&quot;:-37.758063527049615,&quot;y&quot;:-48.50441808886467},&quot;rotate&quot;:-1.8172575235219555,&quot;skewX&quot;:0,&quot;scale&quot;:{&quot;x&quot;:1,&quot;y&quot;:1}},&quot;opacity&quot;:0.35,&quot;path&quot;:{&quot;type&quot;:&quot;POLY_LINE&quot;,&quot;points&quot;:[{&quot;x&quot;:3.8410549463532186,&quot;y&quot;:4.424895197762967},{&quot;x&quot;:14.165810642150849,&quot;y&quot;:-7.423991040485878},{&quot;x&quot;:22.52394620541548,&quot;y&quot;:-40.12335262990773},{&quot;x&quot;:11.609012417110923,&quot;y&quot;:-61.9419659080457},{&quot;x&quot;:-1.7273224093748185,&quot;y&quot;:-57.33127878957024},{&quot;x&quot;:2.6975728888239474,&quot;y&quot;:-36.257407651739186},{&quot;x&quot;:24.644208535802573,&quot;y&quot;:-22.12447644077663},{&quot;x&quot;:60.239370352669226,&quot;y&quot;:-22.12447644077663},{&quot;x&quot;:71.15170182624774,&quot;y&quot;:-12.020965487290988},{&quot;x&quot;:58.01529390971952,&quot;y&quot;:-3.9332401646297166}],&quot;closed&quot;:false},&quot;pathStyles&quot;:[{&quot;type&quot;:&quot;FILL&quot;,&quot;fillStyle&quot;:&quot;rgba(0,0,0,0)&quot;},{&quot;type&quot;:&quot;STROKE&quot;,&quot;strokeStyle&quot;:&quot;rgba(187,187,188,1)&quot;,&quot;lineWidth&quot;:3.687412696549478,&quot;lineJoin&quot;:&quot;round&quot;}],&quot;isLocked&quot;:false,&quot;parent&quot;:{&quot;type&quot;:&quot;CHILD&quot;,&quot;parentId&quot;:&quot;c3db9da9-b72f-46e4-91ec-8f53c8f7ebba&quot;,&quot;order&quot;:&quot;005&quot;},&quot;connectorInfo&quot;:{&quot;connectedObjects&quot;:[],&quot;type&quot;:&quot;QUADRATIC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,&quot;pathSmoothing&quot;:{&quot;type&quot;:&quot;CATMULL_SMOOTHING&quot;,&quot;smoothing&quot;:0.2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b2ba94ef-7e4b-4c20-bb3f-cdc19d15140f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b2ba94ef-7e4b-4c20-bb3f-cdc19d15140f&quot;:{&quot;type&quot;:&quot;FIGURE_OBJECT&quot;,&quot;id&quot;:&quot;b2ba94ef-7e4b-4c20-bb3f-cdc19d15140f&quot;,&quot;relativeTransform&quot;:{&quot;translate&quot;:{&quot;x&quot;:-47.36175710330053,&quot;y&quot;:30.46485018070007},&quot;rotate&quot;:-1.8172575235219555,&quot;skewX&quot;:0,&quot;scale&quot;:{&quot;x&quot;:1,&quot;y&quot;:1}},&quot;opacity&quot;:0.35,&quot;path&quot;:{&quot;type&quot;:&quot;POLY_LINE&quot;,&quot;points&quot;:[{&quot;x&quot;:1.720792615966272,&quot;y&quot;:3.687412648063126},{&quot;x&quot;:6.545157628585992,&quot;y&quot;:-9.882266206151991},{&quot;x&quot;:6.545157628585992,&quot;y&quot;:-34.66167978567364},{&quot;x&quot;:26.051186962651705,&quot;y&quot;:-42.089972762440595},{&quot;x&quot;:41.36047966233183,&quot;y&quot;:-33.18671468627403},{&quot;x&quot;:23.215336095759138,&quot;y&quot;:-19.39579098428926},{&quot;x&quot;:20.403683875028396,&quot;y&quot;:-8.603962979395282}],&quot;closed&quot;:false},&quot;pathStyles&quot;:[{&quot;type&quot;:&quot;FILL&quot;,&quot;fillStyle&quot;:&quot;rgba(0,0,0,0)&quot;},{&quot;type&quot;:&quot;STROKE&quot;,&quot;strokeStyle&quot;:&quot;rgba(187,187,188,1)&quot;,&quot;lineWidth&quot;:3.687412696549478,&quot;lineJoin&quot;:&quot;round&quot;}],&quot;isLocked&quot;:false,&quot;parent&quot;:{&quot;type&quot;:&quot;CHILD&quot;,&quot;parentId&quot;:&quot;c3db9da9-b72f-46e4-91ec-8f53c8f7ebba&quot;,&quot;order&quot;:&quot;01&quot;},&quot;connectorInfo&quot;:{&quot;connectedObjects&quot;:[],&quot;type&quot;:&quot;QUADRATIC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,&quot;pathSmoothing&quot;:{&quot;type&quot;:&quot;CATMULL_SMOOTHING&quot;,&quot;smoothing&quot;:0.2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10d1bad2-ec9f-4e8b-a2c7-3ad16519cdb9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10d1bad2-ec9f-4e8b-a2c7-3ad16519cdb9&quot;:{&quot;id&quot;:&quot;10d1bad2-ec9f-4e8b-a2c7-3ad16519cdb9&quot;,&quot;name&quot;:&quot;Alpha helix 3&quot;,&quot;displayName&quot;:&quot;&quot;,&quot;type&quot;:&quot;FIGURE_OBJECT&quot;,&quot;relativeTransform&quot;:{&quot;translate&quot;:{&quot;x&quot;:27.6046535734514,&quot;y&quot;:-59.06277023353596},&quot;rotate&quot;:-1.8172575235219555,&quot;skewX&quot;:0,&quot;scale&quot;:{&quot;x&quot;:0.5118807188579433,&quot;y&quot;:0.5118807188579434}},&quot;image&quot;:{&quot;url&quot;:&quot;https://icons.cdn.biorender.com/biorender/6787e2a675a9c77fdf32df2e/6787e26375a9c77fdf32de9b.png&quot;,&quot;isPremium&quot;:false,&quot;isOrgIcon&quot;:false,&quot;size&quot;:{&quot;x&quot;:57,&quot;y&quot;:288.8},&quot;fallbackUrl&quot;:&quot;sources/icons/6787e2a675a9c77fdf32df2e/6787e26375a9c77fdf32de9b.svg&quot;},&quot;source&quot;:{&quot;id&quot;:&quot;6787e26375a9c77fdf32de9b&quot;,&quot;version&quot;:&quot;20250115163019&quot;,&quot;type&quot;:&quot;ASSETS&quot;},&quot;isPremium&quot;:false,&quot;parent&quot;:{&quot;type&quot;:&quot;CHILD&quot;,&quot;parentId&quot;:&quot;c3db9da9-b72f-46e4-91ec-8f53c8f7ebba&quot;,&quot;order&quot;:&quot;015&quot;},&quot;opacity&quot;:0.35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1567d730-8608-4cce-81c9-46a5a0777ffd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1567d730-8608-4cce-81c9-46a5a0777ffd&quot;:{&quot;type&quot;:&quot;FIGURE_OBJECT&quot;,&quot;id&quot;:&quot;1567d730-8608-4cce-81c9-46a5a0777ffd&quot;,&quot;relativeTransform&quot;:{&quot;translate&quot;:{&quot;x&quot;:84.89563360717193,&quot;y&quot;:-39.31010332512551},&quot;rotate&quot;:-1.8172575235219555,&quot;skewX&quot;:0,&quot;scale&quot;:{&quot;x&quot;:1,&quot;y&quot;:1}},&quot;opacity&quot;:0.35,&quot;path&quot;:{&quot;type&quot;:&quot;POLY_LINE&quot;,&quot;points&quot;:[{&quot;x&quot;:-15.241306027129578,&quot;y&quot;:-20.64951149203106},{&quot;x&quot;:-10.816410728930673,&quot;y&quot;:-4.474060841686653},{&quot;x&quot;:7.774295211419083,&quot;y&quot;:-4.474060841686653},{&quot;x&quot;:27.280324545484664,&quot;y&quot;:-22.37030395734336},{&quot;x&quot;:43.818754827998006,&quot;y&quot;:-31.711749586874415},{&quot;x&quot;:56.43718760257088,&quot;y&quot;:-20.731506337029113},{&quot;x&quot;:48.617202322367284,&quot;y&quot;:1.8699792507051762},{&quot;x&quot;:54.75139246466746,&quot;y&quot;:12.790613266237727},{&quot;x&quot;:63.77687632924961,&quot;y&quot;:9.366028454003974},{&quot;x&quot;:66.3004494290035,&quot;y&quot;:-4.750616672906773},{&quot;x&quot;:75.96070261908186,&quot;y&quot;:-12.291375727894346}],&quot;closed&quot;:false},&quot;pathStyles&quot;:[{&quot;type&quot;:&quot;FILL&quot;,&quot;fillStyle&quot;:&quot;rgba(0,0,0,0)&quot;},{&quot;type&quot;:&quot;STROKE&quot;,&quot;strokeStyle&quot;:&quot;rgba(187,187,188,1)&quot;,&quot;lineWidth&quot;:3.687412696549478,&quot;lineJoin&quot;:&quot;round&quot;}],&quot;isLocked&quot;:false,&quot;parent&quot;:{&quot;type&quot;:&quot;CHILD&quot;,&quot;parentId&quot;:&quot;c3db9da9-b72f-46e4-91ec-8f53c8f7ebba&quot;,&quot;order&quot;:&quot;02&quot;},&quot;connectorInfo&quot;:{&quot;connectedObjects&quot;:[],&quot;type&quot;:&quot;QUADRATIC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,&quot;pathSmoothing&quot;:{&quot;type&quot;:&quot;CATMULL_SMOOTHING&quot;,&quot;smoothing&quot;:0.2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c61d2a0b-e556-4497-8512-db3cb34b75e7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c61d2a0b-e556-4497-8512-db3cb34b75e7&quot;:{&quot;id&quot;:&quot;c61d2a0b-e556-4497-8512-db3cb34b75e7&quot;,&quot;name&quot;:&quot;Alpha helix 3&quot;,&quot;displayName&quot;:&quot;&quot;,&quot;type&quot;:&quot;FIGURE_OBJECT&quot;,&quot;relativeTransform&quot;:{&quot;translate&quot;:{&quot;x&quot;:1.324468268571195,&quot;y&quot;:-13.32775861393202},&quot;rotate&quot;:1.3243351300678379,&quot;skewX&quot;:0,&quot;scale&quot;:{&quot;x&quot;:0.5118807188579433,&quot;y&quot;:0.5118807188579433}},&quot;image&quot;:{&quot;url&quot;:&quot;https://icons.cdn.biorender.com/biorender/6787e2a675a9c77fdf32df2e/6787e26375a9c77fdf32de9b.png&quot;,&quot;isPremium&quot;:false,&quot;isOrgIcon&quot;:false,&quot;size&quot;:{&quot;x&quot;:57,&quot;y&quot;:288.8},&quot;fallbackUrl&quot;:&quot;sources/icons/6787e2a675a9c77fdf32df2e/6787e26375a9c77fdf32de9b.svg&quot;},&quot;source&quot;:{&quot;id&quot;:&quot;6787e26375a9c77fdf32de9b&quot;,&quot;version&quot;:&quot;20250115163019&quot;,&quot;type&quot;:&quot;ASSETS&quot;},&quot;isPremium&quot;:false,&quot;parent&quot;:{&quot;type&quot;:&quot;CHILD&quot;,&quot;parentId&quot;:&quot;c3db9da9-b72f-46e4-91ec-8f53c8f7ebba&quot;,&quot;order&quot;:&quot;025&quot;},&quot;opacity&quot;:0.35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a60ae8f8-9e3d-47aa-957b-6cfb1b5457c4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a60ae8f8-9e3d-47aa-957b-6cfb1b5457c4&quot;:{&quot;type&quot;:&quot;FIGURE_OBJECT&quot;,&quot;id&quot;:&quot;a60ae8f8-9e3d-47aa-957b-6cfb1b5457c4&quot;,&quot;parent&quot;:{&quot;type&quot;:&quot;CHILD&quot;,&quot;parentId&quot;:&quot;c3db9da9-b72f-46e4-91ec-8f53c8f7ebba&quot;,&quot;order&quot;:&quot;03&quot;},&quot;relativeTransform&quot;:{&quot;translate&quot;:{&quot;x&quot;:-621.8105597483633,&quot;y&quot;:-818.5955375336094},&quot;rotate&quot;:-1.8172575235219555,&quot;skewX&quot;:0,&quot;scale&quot;:{&quot;x&quot;:1,&quot;y&quot;:1}},&quot;opacity&quot;:0.35},&quot;a2951b21-0eb0-4d20-8a4e-97c64482b5fc&quot;:{&quot;id&quot;:&quot;a2951b21-0eb0-4d20-8a4e-97c64482b5fc&quot;,&quot;name&quot;:&quot;Alpha helix 3&quot;,&quot;displayName&quot;:&quot;&quot;,&quot;type&quot;:&quot;FIGURE_OBJECT&quot;,&quot;relativeTransform&quot;:{&quot;translate&quot;:{&quot;x&quot;:-841.3623902995382,&quot;y&quot;:435.7627629686154},&quot;rotate&quot;:0,&quot;skewX&quot;:0,&quot;scale&quot;:{&quot;x&quot;:0.5118807188579433,&quot;y&quot;:0.5118807188579433}},&quot;image&quot;:{&quot;url&quot;:&quot;https://icons.cdn.biorender.com/biorender/6787e2a675a9c77fdf32df2e/6787e26375a9c77fdf32de9b.png&quot;,&quot;isPremium&quot;:false,&quot;isOrgIcon&quot;:false,&quot;size&quot;:{&quot;x&quot;:57,&quot;y&quot;:288.8},&quot;fallbackUrl&quot;:&quot;sources/icons/6787e2a675a9c77fdf32df2e/6787e26375a9c77fdf32de9b.svg&quot;},&quot;source&quot;:{&quot;id&quot;:&quot;6787e26375a9c77fdf32de9b&quot;,&quot;version&quot;:&quot;20250115163019&quot;,&quot;type&quot;:&quot;ASSETS&quot;},&quot;isPremium&quot;:false,&quot;parent&quot;:{&quot;type&quot;:&quot;CHILD&quot;,&quot;parentId&quot;:&quot;a60ae8f8-9e3d-47aa-957b-6cfb1b5457c4&quot;,&quot;order&quot;:&quot;5&quot;}},&quot;49e7f514-876b-4606-b791-a75c946353a9&quot;:{&quot;type&quot;:&quot;FIGURE_OBJECT&quot;,&quot;id&quot;:&quot;49e7f514-876b-4606-b791-a75c946353a9&quot;,&quot;parent&quot;:{&quot;type&quot;:&quot;CROP&quot;,&quot;parentId&quot;:&quot;a60ae8f8-9e3d-47aa-957b-6cfb1b5457c4&quot;,&quot;order&quot;:&quot;5&quot;},&quot;relativeTransform&quot;:{&quot;translate&quot;:{&quot;x&quot;:-841.3623902995382,&quot;y&quot;:435.7627629686154},&quot;rotate&quot;:0,&quot;skewX&quot;:0,&quot;scale&quot;:{&quot;x&quot;:14.58860048745133,&quot;y&quot;:73.91557580308702}},&quot;path&quot;:{&quot;type&quot;:&quot;POLY_LINE&quot;,&quot;points&quot;:[{&quot;x&quot;:-0.9886690861998417,&quot;y&quot;:0.19990945181314057},{&quot;x&quot;:-0.96,&quot;y&quot;:-0.68},{&quot;x&quot;:-0.38,&quot;y&quot;:-0.96},{&quot;x&quot;:1.2225329072411029,&quot;y&quot;:-0.9193208885985529},{&quot;x&quot;:1.0078273177595847,&quot;y&quot;:0.10901380681474393},{&quot;x&quot;:1.0645783002273461,&quot;y&quot;:0.510973393008741},{&quot;x&quot;:-0.4619425545876439,&quot;y&quot;:0.6933234690296537},{&quot;x&quot;:-1.1066236932135922,&quot;y&quot;:0.6933234690296537}],&quot;closed&quot;:true},&quot;pathStyles&quot;:[{&quot;type&quot;:&quot;FILL&quot;,&quot;fillStyle&quot;:&quot;#fff&quot;}],&quot;isFrozen&quot;:true,&quot;pathSmoothing&quot;:{&quot;type&quot;:&quot;CATMULL_SMOOTHING&quot;,&quot;smoothing&quot;:0.2},&quot;connectorInfo&quot;:{&quot;connectedObjects&quot;:[],&quot;type&quot;:&quot;QUADRATIC&quot;,&quot;offset&quot;:{&quot;x&quot;:0,&quot;y&quot;:0},&quot;bending&quot;:-0.1,&quot;firstElementIsHead&quot;:true,&quot;customized&quot;:true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cbb5bfc2-c698-4357-91fe-e4befa52b982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cbb5bfc2-c698-4357-91fe-e4befa52b982&quot;:{&quot;type&quot;:&quot;FIGURE_OBJECT&quot;,&quot;id&quot;:&quot;cbb5bfc2-c698-4357-91fe-e4befa52b982&quot;,&quot;relativeTransform&quot;:{&quot;translate&quot;:{&quot;x&quot;:83.84381620454877,&quot;y&quot;:-99.60193058064283},&quot;rotate&quot;:1.324335130067838,&quot;skewX&quot;:0,&quot;scale&quot;:{&quot;x&quot;:1,&quot;y&quot;:1}},&quot;opacity&quot;:0.35,&quot;path&quot;:{&quot;type&quot;:&quot;ELLIPSE&quot;,&quot;size&quot;:{&quot;x&quot;:14.50382327309446,&quot;y&quot;:14.50382327309446}},&quot;isLocked&quot;:false,&quot;pathStyles&quot;:[{&quot;type&quot;:&quot;FILL&quot;,&quot;fillStyle&quot;:&quot;rgb(3, 200, 243)&quot;},{&quot;type&quot;:&quot;STROKE&quot;,&quot;strokeStyle&quot;:&quot;#95AAD3&quot;,&quot;lineWidth&quot;:0,&quot;lineJoin&quot;:&quot;round&quot;}],&quot;parent&quot;:{&quot;type&quot;:&quot;CHILD&quot;,&quot;parentId&quot;:&quot;c3db9da9-b72f-46e4-91ec-8f53c8f7ebba&quot;,&quot;order&quot;:&quot;031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9f94aa57-57a0-4dc4-9514-39113c1c165e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9f94aa57-57a0-4dc4-9514-39113c1c165e&quot;:{&quot;type&quot;:&quot;FIGURE_OBJECT&quot;,&quot;id&quot;:&quot;9f94aa57-57a0-4dc4-9514-39113c1c165e&quot;,&quot;relativeTransform&quot;:{&quot;translate&quot;:{&quot;x&quot;:-68.80071908784737,&quot;y&quot;:-83.47643107881902},&quot;rotate&quot;:1.324335130067838,&quot;skewX&quot;:0,&quot;scale&quot;:{&quot;x&quot;:1,&quot;y&quot;:1}},&quot;opacity&quot;:0.35,&quot;path&quot;:{&quot;type&quot;:&quot;ELLIPSE&quot;,&quot;size&quot;:{&quot;x&quot;:14.50382327309446,&quot;y&quot;:14.50382327309446}},&quot;isLocked&quot;:false,&quot;pathStyles&quot;:[{&quot;type&quot;:&quot;FILL&quot;,&quot;fillStyle&quot;:&quot;rgb(3, 200, 243)&quot;},{&quot;type&quot;:&quot;STROKE&quot;,&quot;strokeStyle&quot;:&quot;#95AAD3&quot;,&quot;lineWidth&quot;:0,&quot;lineJoin&quot;:&quot;round&quot;}],&quot;parent&quot;:{&quot;type&quot;:&quot;CHILD&quot;,&quot;parentId&quot;:&quot;c3db9da9-b72f-46e4-91ec-8f53c8f7ebba&quot;,&quot;order&quot;:&quot;032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9f01b016-f280-43d0-ad12-6bed0278c262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9f01b016-f280-43d0-ad12-6bed0278c262&quot;:{&quot;type&quot;:&quot;FIGURE_OBJECT&quot;,&quot;id&quot;:&quot;9f01b016-f280-43d0-ad12-6bed0278c262&quot;,&quot;relativeTransform&quot;:{&quot;translate&quot;:{&quot;x&quot;:-103.63341593924213,&quot;y&quot;:-40.146900571769606},&quot;rotate&quot;:1.324335130067838,&quot;skewX&quot;:0,&quot;scale&quot;:{&quot;x&quot;:1,&quot;y&quot;:1}},&quot;opacity&quot;:0.35,&quot;path&quot;:{&quot;type&quot;:&quot;ELLIPSE&quot;,&quot;size&quot;:{&quot;x&quot;:14.50382327309446,&quot;y&quot;:14.50382327309446}},&quot;isLocked&quot;:false,&quot;pathStyles&quot;:[{&quot;type&quot;:&quot;FILL&quot;,&quot;fillStyle&quot;:&quot;rgb(3, 200, 243)&quot;},{&quot;type&quot;:&quot;STROKE&quot;,&quot;strokeStyle&quot;:&quot;#95AAD3&quot;,&quot;lineWidth&quot;:0,&quot;lineJoin&quot;:&quot;round&quot;}],&quot;parent&quot;:{&quot;type&quot;:&quot;CHILD&quot;,&quot;parentId&quot;:&quot;c3db9da9-b72f-46e4-91ec-8f53c8f7ebba&quot;,&quot;order&quot;:&quot;03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58d5ad80-4a6f-4829-8c36-837de438b882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58d5ad80-4a6f-4829-8c36-837de438b882&quot;:{&quot;type&quot;:&quot;FIGURE_OBJECT&quot;,&quot;id&quot;:&quot;58d5ad80-4a6f-4829-8c36-837de438b882&quot;,&quot;relativeTransform&quot;:{&quot;translate&quot;:{&quot;x&quot;:-94.87784253410166,&quot;y&quot;:16.02933251639604},&quot;rotate&quot;:1.324335130067838,&quot;skewX&quot;:0,&quot;scale&quot;:{&quot;x&quot;:1,&quot;y&quot;:1}},&quot;opacity&quot;:0.35,&quot;path&quot;:{&quot;type&quot;:&quot;ELLIPSE&quot;,&quot;size&quot;:{&quot;x&quot;:14.50382327309446,&quot;y&quot;:14.50382327309446}},&quot;isLocked&quot;:false,&quot;pathStyles&quot;:[{&quot;type&quot;:&quot;FILL&quot;,&quot;fillStyle&quot;:&quot;rgb(3, 200, 243)&quot;},{&quot;type&quot;:&quot;STROKE&quot;,&quot;strokeStyle&quot;:&quot;#95AAD3&quot;,&quot;lineWidth&quot;:0,&quot;lineJoin&quot;:&quot;round&quot;}],&quot;parent&quot;:{&quot;type&quot;:&quot;CHILD&quot;,&quot;parentId&quot;:&quot;c3db9da9-b72f-46e4-91ec-8f53c8f7ebba&quot;,&quot;order&quot;:&quot;037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0f1d55df-1405-493e-b276-b4f3a34b723f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0f1d55df-1405-493e-b276-b4f3a34b723f&quot;:{&quot;type&quot;:&quot;FIGURE_OBJECT&quot;,&quot;id&quot;:&quot;0f1d55df-1405-493e-b276-b4f3a34b723f&quot;,&quot;relativeTransform&quot;:{&quot;translate&quot;:{&quot;x&quot;:82.87133741909327,&quot;y&quot;:-37.905780293520365},&quot;rotate&quot;:1.324335130067838,&quot;skewX&quot;:0,&quot;scale&quot;:{&quot;x&quot;:1,&quot;y&quot;:1}},&quot;opacity&quot;:0.35,&quot;path&quot;:{&quot;type&quot;:&quot;ELLIPSE&quot;,&quot;size&quot;:{&quot;x&quot;:14.50382327309446,&quot;y&quot;:14.50382327309446}},&quot;isLocked&quot;:false,&quot;pathStyles&quot;:[{&quot;type&quot;:&quot;FILL&quot;,&quot;fillStyle&quot;:&quot;rgb(3, 200, 243)&quot;},{&quot;type&quot;:&quot;STROKE&quot;,&quot;strokeStyle&quot;:&quot;#95AAD3&quot;,&quot;lineWidth&quot;:0,&quot;lineJoin&quot;:&quot;round&quot;}],&quot;parent&quot;:{&quot;type&quot;:&quot;CHILD&quot;,&quot;parentId&quot;:&quot;c3db9da9-b72f-46e4-91ec-8f53c8f7ebba&quot;,&quot;order&quot;:&quot;04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a34aa5d8-2b6e-4e53-aa86-f844002daf4d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a34aa5d8-2b6e-4e53-aa86-f844002daf4d&quot;:{&quot;type&quot;:&quot;FIGURE_OBJECT&quot;,&quot;id&quot;:&quot;a34aa5d8-2b6e-4e53-aa86-f844002daf4d&quot;,&quot;relativeTransform&quot;:{&quot;translate&quot;:{&quot;x&quot;:32.228645682821195,&quot;y&quot;:-10.208011106254844},&quot;rotate&quot;:1.324335130067838,&quot;skewX&quot;:0,&quot;scale&quot;:{&quot;x&quot;:1,&quot;y&quot;:1}},&quot;opacity&quot;:0.35,&quot;path&quot;:{&quot;type&quot;:&quot;ELLIPSE&quot;,&quot;size&quot;:{&quot;x&quot;:14.50382327309446,&quot;y&quot;:14.50382327309446}},&quot;isLocked&quot;:false,&quot;pathStyles&quot;:[{&quot;type&quot;:&quot;FILL&quot;,&quot;fillStyle&quot;:&quot;rgb(3, 200, 243)&quot;},{&quot;type&quot;:&quot;STROKE&quot;,&quot;strokeStyle&quot;:&quot;#95AAD3&quot;,&quot;lineWidth&quot;:0,&quot;lineJoin&quot;:&quot;round&quot;}],&quot;parent&quot;:{&quot;type&quot;:&quot;CHILD&quot;,&quot;parentId&quot;:&quot;c3db9da9-b72f-46e4-91ec-8f53c8f7ebba&quot;,&quot;order&quot;:&quot;041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06a1cdf5-526c-461c-b633-e9eceb490434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06a1cdf5-526c-461c-b633-e9eceb490434&quot;:{&quot;type&quot;:&quot;FIGURE_OBJECT&quot;,&quot;id&quot;:&quot;06a1cdf5-526c-461c-b633-e9eceb490434&quot;,&quot;relativeTransform&quot;:{&quot;translate&quot;:{&quot;x&quot;:-16.905694610819694,&quot;y&quot;:-102.31454817016788},&quot;rotate&quot;:1.324335130067838,&quot;skewX&quot;:0,&quot;scale&quot;:{&quot;x&quot;:1,&quot;y&quot;:1}},&quot;opacity&quot;:0.35,&quot;path&quot;:{&quot;type&quot;:&quot;ELLIPSE&quot;,&quot;size&quot;:{&quot;x&quot;:14.50382327309446,&quot;y&quot;:14.50382327309446}},&quot;isLocked&quot;:false,&quot;pathStyles&quot;:[{&quot;type&quot;:&quot;FILL&quot;,&quot;fillStyle&quot;:&quot;rgb(3, 200, 243)&quot;},{&quot;type&quot;:&quot;STROKE&quot;,&quot;strokeStyle&quot;:&quot;#95AAD3&quot;,&quot;lineWidth&quot;:0,&quot;lineJoin&quot;:&quot;round&quot;}],&quot;parent&quot;:{&quot;type&quot;:&quot;CHILD&quot;,&quot;parentId&quot;:&quot;c3db9da9-b72f-46e4-91ec-8f53c8f7ebba&quot;,&quot;order&quot;:&quot;042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72efc1d9-b564-4ed4-a300-27bfe02928c2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72efc1d9-b564-4ed4-a300-27bfe02928c2&quot;:{&quot;type&quot;:&quot;FIGURE_OBJECT&quot;,&quot;id&quot;:&quot;72efc1d9-b564-4ed4-a300-27bfe02928c2&quot;,&quot;relativeTransform&quot;:{&quot;translate&quot;:{&quot;x&quot;:34.25321197050414,&quot;y&quot;:-63.84047320465527},&quot;rotate&quot;:1.324335130067838,&quot;skewX&quot;:0,&quot;scale&quot;:{&quot;x&quot;:1,&quot;y&quot;:1}},&quot;opacity&quot;:0.35,&quot;path&quot;:{&quot;type&quot;:&quot;ELLIPSE&quot;,&quot;size&quot;:{&quot;x&quot;:14.50382327309446,&quot;y&quot;:14.50382327309446}},&quot;isLocked&quot;:false,&quot;pathStyles&quot;:[{&quot;type&quot;:&quot;FILL&quot;,&quot;fillStyle&quot;:&quot;rgb(3, 200, 243)&quot;},{&quot;type&quot;:&quot;STROKE&quot;,&quot;strokeStyle&quot;:&quot;#95AAD3&quot;,&quot;lineWidth&quot;:0,&quot;lineJoin&quot;:&quot;round&quot;}],&quot;parent&quot;:{&quot;type&quot;:&quot;CHILD&quot;,&quot;parentId&quot;:&quot;c3db9da9-b72f-46e4-91ec-8f53c8f7ebba&quot;,&quot;order&quot;:&quot;04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ba09e849-a744-4d99-ae2a-4c66edebe981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ba09e849-a744-4d99-ae2a-4c66edebe981&quot;:{&quot;type&quot;:&quot;FIGURE_OBJECT&quot;,&quot;id&quot;:&quot;ba09e849-a744-4d99-ae2a-4c66edebe981&quot;,&quot;relativeTransform&quot;:{&quot;translate&quot;:{&quot;x&quot;:41.7498434922428,&quot;y&quot;:-125.64165483206716},&quot;rotate&quot;:1.324335130067838,&quot;skewX&quot;:0,&quot;scale&quot;:{&quot;x&quot;:1,&quot;y&quot;:1}},&quot;opacity&quot;:0.35,&quot;path&quot;:{&quot;type&quot;:&quot;ELLIPSE&quot;,&quot;size&quot;:{&quot;x&quot;:14.50382327309446,&quot;y&quot;:14.50382327309446}},&quot;isLocked&quot;:false,&quot;pathStyles&quot;:[{&quot;type&quot;:&quot;FILL&quot;,&quot;fillStyle&quot;:&quot;rgb(3, 200, 243)&quot;},{&quot;type&quot;:&quot;STROKE&quot;,&quot;strokeStyle&quot;:&quot;#95AAD3&quot;,&quot;lineWidth&quot;:0,&quot;lineJoin&quot;:&quot;round&quot;}],&quot;parent&quot;:{&quot;type&quot;:&quot;CHILD&quot;,&quot;parentId&quot;:&quot;c3db9da9-b72f-46e4-91ec-8f53c8f7ebba&quot;,&quot;order&quot;:&quot;047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ecda5fe6-ab31-41ad-8db0-987a4f87f10e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ecda5fe6-ab31-41ad-8db0-987a4f87f10e&quot;:{&quot;id&quot;:&quot;ecda5fe6-ab31-41ad-8db0-987a4f87f10e&quot;,&quot;name&quot;:&quot;Adult (head, gender-neutral, eyes closed, anterior)&quot;,&quot;displayName&quot;:&quot;&quot;,&quot;type&quot;:&quot;FIGURE_OBJECT&quot;,&quot;relativeTransform&quot;:{&quot;translate&quot;:{&quot;x&quot;:-187.52223656018168,&quot;y&quot;:-50.543607265373055},&quot;rotate&quot;:0,&quot;skewX&quot;:0,&quot;scale&quot;:{&quot;x&quot;:0.7728298791678271,&quot;y&quot;:0.7728298791678277}},&quot;image&quot;:{&quot;url&quot;:&quot;https://icons.cdn.biorender.com/biorender/63c02cf8503c770021179aea/20240912181530/image/63c02cf8503c770021179aea.png&quot;,&quot;isPremium&quot;:false,&quot;isOrgIcon&quot;:false,&quot;size&quot;:{&quot;x&quot;:150,&quot;y&quot;:140.3485254691689},&quot;fallbackUrl&quot;:&quot;sources/icons/63c02cf8503c770021179aea/20240912181530/image/63c02cf8503c770021179aea.svg&quot;},&quot;source&quot;:{&quot;id&quot;:&quot;63c02cf8503c770021179aea&quot;,&quot;version&quot;:&quot;20240912181530&quot;,&quot;type&quot;:&quot;ASSETS&quot;},&quot;isPremium&quot;:false,&quot;parent&quot;:{&quot;type&quot;:&quot;CHILD&quot;,&quot;parentId&quot;:&quot;c3db9da9-b72f-46e4-91ec-8f53c8f7ebba&quot;,&quot;order&quot;:&quot;0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d17f7042-9b97-4cbb-8267-b6b9ce255448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d17f7042-9b97-4cbb-8267-b6b9ce255448&quot;:{&quot;id&quot;:&quot;d17f7042-9b97-4cbb-8267-b6b9ce255448&quot;,&quot;name&quot;:&quot;Mouse head (anterior)&quot;,&quot;displayName&quot;:&quot;&quot;,&quot;type&quot;:&quot;FIGURE_OBJECT&quot;,&quot;relativeTransform&quot;:{&quot;translate&quot;:{&quot;x&quot;:185.1172435154292,&quot;y&quot;:-50.03867072076139},&quot;rotate&quot;:0,&quot;skewX&quot;:0,&quot;scale&quot;:{&quot;x&quot;:0.8049085830767247,&quot;y&quot;:0.8049085830767249}},&quot;image&quot;:{&quot;url&quot;:&quot;https://icons.cdn.biorender.com/biorender/63a0b292c2bb5200216dac1d/5e45f258efc1b8002828fcd1.png&quot;,&quot;isPremium&quot;:false,&quot;isOrgIcon&quot;:false,&quot;size&quot;:{&quot;x&quot;:150,&quot;y&quot;:145.40816326530611},&quot;fallbackUrl&quot;:&quot;sources/icons/63a0b292c2bb5200216dac1d/5e45f258efc1b8002828fcd1.svg&quot;},&quot;source&quot;:{&quot;id&quot;:&quot;5e45f258efc1b8002828fcd1&quot;,&quot;version&quot;:&quot;20221219184808&quot;,&quot;type&quot;:&quot;ASSETS&quot;},&quot;isPremium&quot;:false,&quot;parent&quot;:{&quot;type&quot;:&quot;CHILD&quot;,&quot;parentId&quot;:&quot;c3db9da9-b72f-46e4-91ec-8f53c8f7ebba&quot;,&quot;order&quot;:&quot;07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8a231c2a-bc34-43a7-af5e-f1874b3cbe48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8a231c2a-bc34-43a7-af5e-f1874b3cbe48&quot;:{&quot;type&quot;:&quot;FIGURE_OBJECT&quot;,&quot;id&quot;:&quot;8a231c2a-bc34-43a7-af5e-f1874b3cbe48&quot;,&quot;relativeTransform&quot;:{&quot;translate&quot;:{&quot;x&quot;:-119.27883320890997,&quot;y&quot;:-55.55789761665323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(7, 184, 236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12&quot;}},&quot;f2c632ee-a2fc-41c0-8e2f-89719fe1fb65&quot;:{&quot;type&quot;:&quot;FIGURE_OBJECT&quot;,&quot;id&quot;:&quot;f2c632ee-a2fc-41c0-8e2f-89719fe1fb65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F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8a231c2a-bc34-43a7-af5e-f1874b3cbe48&quot;,&quot;order&quot;:&quot;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cc5aa653-ec0c-4c84-9729-8f9d5329b783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cc5aa653-ec0c-4c84-9729-8f9d5329b783&quot;:{&quot;type&quot;:&quot;FIGURE_OBJECT&quot;,&quot;id&quot;:&quot;cc5aa653-ec0c-4c84-9729-8f9d5329b783&quot;,&quot;relativeTransform&quot;:{&quot;translate&quot;:{&quot;x&quot;:-95.06915983166071,&quot;y&quot;:-55.55789761665323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187,187,188,1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15&quot;}},&quot;6215803c-862a-464b-a75b-23af337df459&quot;:{&quot;type&quot;:&quot;FIGURE_OBJECT&quot;,&quot;id&quot;:&quot;6215803c-862a-464b-a75b-23af337df459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S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cc5aa653-ec0c-4c84-9729-8f9d5329b783&quot;,&quot;order&quot;:&quot;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82b04fbb-3fa1-4626-8e97-486eb1eb946d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82b04fbb-3fa1-4626-8e97-486eb1eb946d&quot;:{&quot;type&quot;:&quot;FIGURE_OBJECT&quot;,&quot;id&quot;:&quot;82b04fbb-3fa1-4626-8e97-486eb1eb946d&quot;,&quot;relativeTransform&quot;:{&quot;translate&quot;:{&quot;x&quot;:-70.85948645441142,&quot;y&quot;:-55.55789761665323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187,187,188,1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17&quot;}},&quot;d0728bbb-0dcd-48d2-95b1-f7e7634b8742&quot;:{&quot;type&quot;:&quot;FIGURE_OBJECT&quot;,&quot;id&quot;:&quot;d0728bbb-0dcd-48d2-95b1-f7e7634b8742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T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82b04fbb-3fa1-4626-8e97-486eb1eb946d&quot;,&quot;order&quot;:&quot;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91d3be22-785a-42b1-96c1-69484b38783c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91d3be22-785a-42b1-96c1-69484b38783c&quot;:{&quot;type&quot;:&quot;FIGURE_OBJECT&quot;,&quot;id&quot;:&quot;91d3be22-785a-42b1-96c1-69484b38783c&quot;,&quot;relativeTransform&quot;:{&quot;translate&quot;:{&quot;x&quot;:-46.649813077162165,&quot;y&quot;:-55.55789761665323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23,23,23,1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2&quot;}},&quot;041a50c1-272c-436f-a93d-c9f1a7d37750&quot;:{&quot;type&quot;:&quot;FIGURE_OBJECT&quot;,&quot;id&quot;:&quot;041a50c1-272c-436f-a93d-c9f1a7d3775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rgba(255,255,255,1)&quot;,&quot;fontWeight&quot;:&quot;normal&quot;,&quot;fontStyle&quot;:&quot;normal&quot;,&quot;decoration&quot;:&quot;none&quot;,&quot;script&quot;:&quot;none&quot;},&quot;range&quot;:[0,0]}],&quot;text&quot;:&quot;A&quot;}],&quot;verticalAlign&quot;:&quot;TOP&quot;,&quot;_lastCaretLocation&quot;:{&quot;lineIndex&quot;:0,&quot;runIndex&quot;:-1,&quot;charIndex&quot;:-1,&quot;endOfLine&quot;:true}},&quot;size&quot;:{&quot;x&quot;:18.097648426768938,&quot;y&quot;:11.176655406588951},&quot;targetSize&quot;:{&quot;x&quot;:18.097648426768938,&quot;y&quot;:2},&quot;format&quot;:&quot;BETTER_TEXT&quot;},&quot;parent&quot;:{&quot;type&quot;:&quot;CHILD&quot;,&quot;parentId&quot;:&quot;91d3be22-785a-42b1-96c1-69484b38783c&quot;,&quot;order&quot;:&quot;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ad4824b2-cf16-4915-9c53-82de85396c36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ad4824b2-cf16-4915-9c53-82de85396c36&quot;:{&quot;type&quot;:&quot;FIGURE_OBJECT&quot;,&quot;id&quot;:&quot;ad4824b2-cf16-4915-9c53-82de85396c36&quot;,&quot;relativeTransform&quot;:{&quot;translate&quot;:{&quot;x&quot;:-22.44013969991292,&quot;y&quot;:-55.55789761665323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23,23,23,1)&quot;},{&quot;type&quot;:&quot;STROKE&quot;,&quot;strokeStyle&quot;:&quot;rgb(149, 170, 211)&quot;,&quot;lineWidth&quot;:0,&quot;lineJoin&quot;:&quot;round&quot;}],&quot;isLocked&quot;:false,&quot;parent&quot;:{&quot;type&quot;:&quot;CHILD&quot;,&quot;parentId&quot;:&quot;c3db9da9-b72f-46e4-91ec-8f53c8f7ebba&quot;,&quot;order&quot;:&quot;22&quot;}},&quot;65d04c71-812e-4d1a-8573-c9a918002c92&quot;:{&quot;type&quot;:&quot;FIGURE_OBJECT&quot;,&quot;id&quot;:&quot;65d04c71-812e-4d1a-8573-c9a918002c92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rgba(255,255,255,1)&quot;,&quot;fontWeight&quot;:&quot;normal&quot;,&quot;fontStyle&quot;:&quot;normal&quot;,&quot;decoration&quot;:&quot;none&quot;,&quot;script&quot;:&quot;none&quot;},&quot;range&quot;:[0,0]}],&quot;text&quot;:&quot;A&quot;}],&quot;verticalAlign&quot;:&quot;TOP&quot;,&quot;_lastCaretLocation&quot;:{&quot;lineIndex&quot;:0,&quot;runIndex&quot;:-1,&quot;charIndex&quot;:-1,&quot;endOfLine&quot;:true}},&quot;size&quot;:{&quot;x&quot;:18.097648426768938,&quot;y&quot;:11.176655406588951},&quot;targetSize&quot;:{&quot;x&quot;:18.097648426768938,&quot;y&quot;:2},&quot;format&quot;:&quot;BETTER_TEXT&quot;},&quot;parent&quot;:{&quot;type&quot;:&quot;CHILD&quot;,&quot;parentId&quot;:&quot;ad4824b2-cf16-4915-9c53-82de85396c36&quot;,&quot;order&quot;:&quot;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b82fda2f-d25c-4332-a04b-e9c4927166ae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b82fda2f-d25c-4332-a04b-e9c4927166ae&quot;:{&quot;type&quot;:&quot;FIGURE_OBJECT&quot;,&quot;id&quot;:&quot;b82fda2f-d25c-4332-a04b-e9c4927166ae&quot;,&quot;relativeTransform&quot;:{&quot;translate&quot;:{&quot;x&quot;:1.7695336773363834,&quot;y&quot;:-55.55789761665323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(7, 184, 236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25&quot;}},&quot;ed928db3-c213-4c7c-9b38-4416b861c24c&quot;:{&quot;type&quot;:&quot;FIGURE_OBJECT&quot;,&quot;id&quot;:&quot;ed928db3-c213-4c7c-9b38-4416b861c24c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F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b82fda2f-d25c-4332-a04b-e9c4927166ae&quot;,&quot;order&quot;:&quot;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29767a76-c802-4607-84f1-3b2a3fd4bc69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29767a76-c802-4607-84f1-3b2a3fd4bc69&quot;:{&quot;type&quot;:&quot;FIGURE_OBJECT&quot;,&quot;id&quot;:&quot;29767a76-c802-4607-84f1-3b2a3fd4bc69&quot;,&quot;relativeTransform&quot;:{&quot;translate&quot;:{&quot;x&quot;:25.97920705458563,&quot;y&quot;:-55.55789761665323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(200, 192, 239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27&quot;}},&quot;d3acea2d-96cd-4fbe-be35-489e2e46e1c9&quot;:{&quot;type&quot;:&quot;FIGURE_OBJECT&quot;,&quot;id&quot;:&quot;d3acea2d-96cd-4fbe-be35-489e2e46e1c9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R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29767a76-c802-4607-84f1-3b2a3fd4bc69&quot;,&quot;order&quot;:&quot;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1e96cccf-2cfb-4180-a35d-9fec813f64b7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1e96cccf-2cfb-4180-a35d-9fec813f64b7&quot;:{&quot;type&quot;:&quot;FIGURE_OBJECT&quot;,&quot;id&quot;:&quot;1e96cccf-2cfb-4180-a35d-9fec813f64b7&quot;,&quot;relativeTransform&quot;:{&quot;translate&quot;:{&quot;x&quot;:50.1888804318349,&quot;y&quot;:-55.55789761665323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(7, 184, 236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3&quot;}},&quot;8288137d-4f72-4e84-a3ca-2b7e2f2dad33&quot;:{&quot;type&quot;:&quot;FIGURE_OBJECT&quot;,&quot;id&quot;:&quot;8288137d-4f72-4e84-a3ca-2b7e2f2dad33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F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1e96cccf-2cfb-4180-a35d-9fec813f64b7&quot;,&quot;order&quot;:&quot;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75699070-ca88-4419-9d50-4baffdb1f23d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75699070-ca88-4419-9d50-4baffdb1f23d&quot;:{&quot;type&quot;:&quot;FIGURE_OBJECT&quot;,&quot;id&quot;:&quot;75699070-ca88-4419-9d50-4baffdb1f23d&quot;,&quot;relativeTransform&quot;:{&quot;translate&quot;:{&quot;x&quot;:74.39855380908416,&quot;y&quot;:-55.55789761665323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234,234,234,1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35&quot;}},&quot;b8a548dd-9827-46e4-9fed-1f52c6ae5104&quot;:{&quot;type&quot;:&quot;FIGURE_OBJECT&quot;,&quot;id&quot;:&quot;b8a548dd-9827-46e4-9fed-1f52c6ae5104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G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75699070-ca88-4419-9d50-4baffdb1f23d&quot;,&quot;order&quot;:&quot;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cccdea8a-30a5-433b-82f8-c620f169e058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cccdea8a-30a5-433b-82f8-c620f169e058&quot;:{&quot;type&quot;:&quot;FIGURE_OBJECT&quot;,&quot;id&quot;:&quot;cccdea8a-30a5-433b-82f8-c620f169e058&quot;,&quot;relativeTransform&quot;:{&quot;translate&quot;:{&quot;x&quot;:98.60822718633342,&quot;y&quot;:-55.55789761665323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238,244,251,1)&quot;},{&quot;type&quot;:&quot;STROKE&quot;,&quot;strokeStyle&quot;:&quot;rgba(255,255,255,1)&quot;,&quot;lineWidth&quot;:0,&quot;lineJoin&quot;:&quot;round&quot;}],&quot;isLocked&quot;:false,&quot;parent&quot;:{&quot;type&quot;:&quot;CHILD&quot;,&quot;parentId&quot;:&quot;c3db9da9-b72f-46e4-91ec-8f53c8f7ebba&quot;,&quot;order&quot;:&quot;4&quot;}},&quot;05d16e9f-cde0-4fb4-a6c3-4582b9b4e6ae&quot;:{&quot;type&quot;:&quot;FIGURE_OBJECT&quot;,&quot;id&quot;:&quot;05d16e9f-cde0-4fb4-a6c3-4582b9b4e6ae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H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cccdea8a-30a5-433b-82f8-c620f169e058&quot;,&quot;order&quot;:&quot;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9c0b8805-623c-40f0-97eb-90432b88d595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9c0b8805-623c-40f0-97eb-90432b88d595&quot;:{&quot;type&quot;:&quot;FIGURE_OBJECT&quot;,&quot;id&quot;:&quot;9c0b8805-623c-40f0-97eb-90432b88d595&quot;,&quot;relativeTransform&quot;:{&quot;translate&quot;:{&quot;x&quot;:122.81790056358271,&quot;y&quot;:-55.557897616653236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23,23,23,1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45&quot;}},&quot;1d5842b2-08c5-4086-bcd5-7d7db4c5cc5a&quot;:{&quot;type&quot;:&quot;FIGURE_OBJECT&quot;,&quot;id&quot;:&quot;1d5842b2-08c5-4086-bcd5-7d7db4c5cc5a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rgba(255,255,255,1)&quot;,&quot;fontWeight&quot;:&quot;normal&quot;,&quot;fontStyle&quot;:&quot;normal&quot;,&quot;decoration&quot;:&quot;none&quot;,&quot;script&quot;:&quot;none&quot;},&quot;range&quot;:[0,0]}],&quot;text&quot;:&quot;A&quot;}],&quot;verticalAlign&quot;:&quot;TOP&quot;,&quot;_lastCaretLocation&quot;:{&quot;lineIndex&quot;:0,&quot;runIndex&quot;:-1,&quot;charIndex&quot;:-1,&quot;endOfLine&quot;:true}},&quot;size&quot;:{&quot;x&quot;:18.097648426768938,&quot;y&quot;:11.176655406588951},&quot;targetSize&quot;:{&quot;x&quot;:18.097648426768938,&quot;y&quot;:2},&quot;format&quot;:&quot;BETTER_TEXT&quot;},&quot;parent&quot;:{&quot;type&quot;:&quot;CHILD&quot;,&quot;parentId&quot;:&quot;9c0b8805-623c-40f0-97eb-90432b88d595&quot;,&quot;order&quot;:&quot;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72f1aaeb-35c1-4a6f-ba1d-dbd64de99172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72f1aaeb-35c1-4a6f-ba1d-dbd64de99172&quot;:{&quot;type&quot;:&quot;FIGURE_OBJECT&quot;,&quot;id&quot;:&quot;72f1aaeb-35c1-4a6f-ba1d-dbd64de99172&quot;,&quot;relativeTransform&quot;:{&quot;translate&quot;:{&quot;x&quot;:-119.27883320890997,&quot;y&quot;:-31.3884235076262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(7, 184, 236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5&quot;}},&quot;234f5f98-bcaf-4a3f-acc0-c3b1c639f616&quot;:{&quot;type&quot;:&quot;FIGURE_OBJECT&quot;,&quot;id&quot;:&quot;234f5f98-bcaf-4a3f-acc0-c3b1c639f616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F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72f1aaeb-35c1-4a6f-ba1d-dbd64de99172&quot;,&quot;order&quot;:&quot;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1c34a323-f465-4388-9bac-64f664f8e6b2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1c34a323-f465-4388-9bac-64f664f8e6b2&quot;:{&quot;type&quot;:&quot;FIGURE_OBJECT&quot;,&quot;id&quot;:&quot;1c34a323-f465-4388-9bac-64f664f8e6b2&quot;,&quot;relativeTransform&quot;:{&quot;translate&quot;:{&quot;x&quot;:-95.06915983166071,&quot;y&quot;:-31.3884235076262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187,187,188,1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52&quot;}},&quot;8e30be1e-034d-4a18-9517-a5a1aa6f0c06&quot;:{&quot;type&quot;:&quot;FIGURE_OBJECT&quot;,&quot;id&quot;:&quot;8e30be1e-034d-4a18-9517-a5a1aa6f0c06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S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1c34a323-f465-4388-9bac-64f664f8e6b2&quot;,&quot;order&quot;:&quot;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6d9e8b7e-fbb5-49d1-8cda-2ee1b6e27db1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6d9e8b7e-fbb5-49d1-8cda-2ee1b6e27db1&quot;:{&quot;type&quot;:&quot;FIGURE_OBJECT&quot;,&quot;id&quot;:&quot;6d9e8b7e-fbb5-49d1-8cda-2ee1b6e27db1&quot;,&quot;relativeTransform&quot;:{&quot;translate&quot;:{&quot;x&quot;:-46.649813077162165,&quot;y&quot;:-31.3884235076262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23,23,23,1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55&quot;}},&quot;8ff66ecc-3e52-4324-9d87-846fe1cdbce7&quot;:{&quot;type&quot;:&quot;FIGURE_OBJECT&quot;,&quot;id&quot;:&quot;8ff66ecc-3e52-4324-9d87-846fe1cdbce7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rgba(255,255,255,1)&quot;,&quot;fontWeight&quot;:&quot;normal&quot;,&quot;fontStyle&quot;:&quot;normal&quot;,&quot;decoration&quot;:&quot;none&quot;,&quot;script&quot;:&quot;none&quot;},&quot;range&quot;:[0,0]}],&quot;text&quot;:&quot;A&quot;}],&quot;verticalAlign&quot;:&quot;TOP&quot;,&quot;_lastCaretLocation&quot;:{&quot;lineIndex&quot;:0,&quot;runIndex&quot;:-1,&quot;charIndex&quot;:-1,&quot;endOfLine&quot;:true}},&quot;size&quot;:{&quot;x&quot;:18.097648426768938,&quot;y&quot;:11.176655406588951},&quot;targetSize&quot;:{&quot;x&quot;:18.097648426768938,&quot;y&quot;:2},&quot;format&quot;:&quot;BETTER_TEXT&quot;},&quot;parent&quot;:{&quot;type&quot;:&quot;CHILD&quot;,&quot;parentId&quot;:&quot;6d9e8b7e-fbb5-49d1-8cda-2ee1b6e27db1&quot;,&quot;order&quot;:&quot;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d6b860e2-99fc-435b-bef6-bbf1f359fd69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d6b860e2-99fc-435b-bef6-bbf1f359fd69&quot;:{&quot;type&quot;:&quot;FIGURE_OBJECT&quot;,&quot;id&quot;:&quot;d6b860e2-99fc-435b-bef6-bbf1f359fd69&quot;,&quot;relativeTransform&quot;:{&quot;translate&quot;:{&quot;x&quot;:1.7695336773363834,&quot;y&quot;:-31.3884235076262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(7, 184, 236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57&quot;}},&quot;eceaf0e2-4bbc-4537-b859-ba56cbdc7213&quot;:{&quot;type&quot;:&quot;FIGURE_OBJECT&quot;,&quot;id&quot;:&quot;eceaf0e2-4bbc-4537-b859-ba56cbdc7213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F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d6b860e2-99fc-435b-bef6-bbf1f359fd69&quot;,&quot;order&quot;:&quot;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13f0995d-59f0-42f5-b721-0dee6ad614d0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13f0995d-59f0-42f5-b721-0dee6ad614d0&quot;:{&quot;type&quot;:&quot;FIGURE_OBJECT&quot;,&quot;id&quot;:&quot;13f0995d-59f0-42f5-b721-0dee6ad614d0&quot;,&quot;relativeTransform&quot;:{&quot;translate&quot;:{&quot;x&quot;:25.97920705458563,&quot;y&quot;:-31.3884235076262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7, 184, 236, 1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6&quot;}},&quot;0148c2aa-1693-4421-8ca6-422be9f008aa&quot;:{&quot;type&quot;:&quot;FIGURE_OBJECT&quot;,&quot;id&quot;:&quot;0148c2aa-1693-4421-8ca6-422be9f008aa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F&quot;}],&quot;verticalAlign&quot;:&quot;TOP&quot;,&quot;_lastCaretLocation&quot;:{&quot;lineIndex&quot;:0,&quot;runIndex&quot;:-1,&quot;charIndex&quot;:-1,&quot;endOfLine&quot;:true}},&quot;size&quot;:{&quot;x&quot;:18.097648426768938,&quot;y&quot;:11.176655406588951},&quot;targetSize&quot;:{&quot;x&quot;:18.097648426768938,&quot;y&quot;:2},&quot;format&quot;:&quot;BETTER_TEXT&quot;},&quot;parent&quot;:{&quot;type&quot;:&quot;CHILD&quot;,&quot;parentId&quot;:&quot;13f0995d-59f0-42f5-b721-0dee6ad614d0&quot;,&quot;order&quot;:&quot;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f7160649-2463-4f40-aff0-554c13276db1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f7160649-2463-4f40-aff0-554c13276db1&quot;:{&quot;type&quot;:&quot;FIGURE_OBJECT&quot;,&quot;id&quot;:&quot;f7160649-2463-4f40-aff0-554c13276db1&quot;,&quot;relativeTransform&quot;:{&quot;translate&quot;:{&quot;x&quot;:50.1888804318349,&quot;y&quot;:-31.3884235076262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(7, 184, 236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62&quot;}},&quot;3d57953f-fc96-45ff-9d5f-e889665dce10&quot;:{&quot;type&quot;:&quot;FIGURE_OBJECT&quot;,&quot;id&quot;:&quot;3d57953f-fc96-45ff-9d5f-e889665dce1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F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f7160649-2463-4f40-aff0-554c13276db1&quot;,&quot;order&quot;:&quot;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0f353f42-5264-419f-befb-5dec0c3b7d4d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0f353f42-5264-419f-befb-5dec0c3b7d4d&quot;:{&quot;type&quot;:&quot;FIGURE_OBJECT&quot;,&quot;id&quot;:&quot;0f353f42-5264-419f-befb-5dec0c3b7d4d&quot;,&quot;relativeTransform&quot;:{&quot;translate&quot;:{&quot;x&quot;:74.39855380908416,&quot;y&quot;:-31.3884235076262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234,234,234,1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65&quot;}},&quot;038dd639-8c48-4ce1-81f7-c0483bba3a48&quot;:{&quot;type&quot;:&quot;FIGURE_OBJECT&quot;,&quot;id&quot;:&quot;038dd639-8c48-4ce1-81f7-c0483bba3a48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G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0f353f42-5264-419f-befb-5dec0c3b7d4d&quot;,&quot;order&quot;:&quot;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940aaa92-2707-414f-a892-15ba31191bda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940aaa92-2707-414f-a892-15ba31191bda&quot;:{&quot;type&quot;:&quot;FIGURE_OBJECT&quot;,&quot;id&quot;:&quot;940aaa92-2707-414f-a892-15ba31191bda&quot;,&quot;relativeTransform&quot;:{&quot;translate&quot;:{&quot;x&quot;:98.60822718633342,&quot;y&quot;:-31.3884235076262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238,244,251,1)&quot;},{&quot;type&quot;:&quot;STROKE&quot;,&quot;strokeStyle&quot;:&quot;rgba(255,255,255,1)&quot;,&quot;lineWidth&quot;:0,&quot;lineJoin&quot;:&quot;round&quot;}],&quot;isLocked&quot;:false,&quot;parent&quot;:{&quot;type&quot;:&quot;CHILD&quot;,&quot;parentId&quot;:&quot;c3db9da9-b72f-46e4-91ec-8f53c8f7ebba&quot;,&quot;order&quot;:&quot;67&quot;}},&quot;deb9aba1-b89b-46ff-b4ce-3325cbd18099&quot;:{&quot;type&quot;:&quot;FIGURE_OBJECT&quot;,&quot;id&quot;:&quot;deb9aba1-b89b-46ff-b4ce-3325cbd18099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H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940aaa92-2707-414f-a892-15ba31191bda&quot;,&quot;order&quot;:&quot;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0cb28a94-cd78-439d-828e-93dc9fc79bd6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0cb28a94-cd78-439d-828e-93dc9fc79bd6&quot;:{&quot;type&quot;:&quot;FIGURE_OBJECT&quot;,&quot;id&quot;:&quot;0cb28a94-cd78-439d-828e-93dc9fc79bd6&quot;,&quot;relativeTransform&quot;:{&quot;translate&quot;:{&quot;x&quot;:-70.85984496640397,&quot;y&quot;:-31.3884235076262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187,187,188,1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7&quot;}},&quot;9411e5a1-2e7a-4c2c-b6fb-60f0b4bd555c&quot;:{&quot;type&quot;:&quot;FIGURE_OBJECT&quot;,&quot;id&quot;:&quot;9411e5a1-2e7a-4c2c-b6fb-60f0b4bd555c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black&quot;,&quot;fontWeight&quot;:&quot;normal&quot;,&quot;fontStyle&quot;:&quot;normal&quot;,&quot;decoration&quot;:&quot;none&quot;,&quot;script&quot;:&quot;none&quot;},&quot;range&quot;:[0,0]}],&quot;text&quot;:&quot;T&quot;}],&quot;verticalAlign&quot;:&quot;TOP&quot;,&quot;_lastCaretLocation&quot;:{&quot;lineIndex&quot;:0,&quot;runIndex&quot;:-1,&quot;charIndex&quot;:-1,&quot;endOfLine&quot;:true}},&quot;size&quot;:{&quot;x&quot;:18.097648426768938,&quot;y&quot;:12.60466715940652},&quot;targetSize&quot;:{&quot;x&quot;:18.097648426768938,&quot;y&quot;:2},&quot;format&quot;:&quot;BETTER_TEXT&quot;},&quot;parent&quot;:{&quot;type&quot;:&quot;CHILD&quot;,&quot;parentId&quot;:&quot;0cb28a94-cd78-439d-828e-93dc9fc79bd6&quot;,&quot;order&quot;:&quot;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b78d5e1e-60f4-46d1-a374-f70c9ba292b5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b78d5e1e-60f4-46d1-a374-f70c9ba292b5&quot;:{&quot;type&quot;:&quot;FIGURE_OBJECT&quot;,&quot;id&quot;:&quot;b78d5e1e-60f4-46d1-a374-f70c9ba292b5&quot;,&quot;relativeTransform&quot;:{&quot;translate&quot;:{&quot;x&quot;:-22.44089211476755,&quot;y&quot;:-31.3884235076262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23,23,23,1)&quot;},{&quot;type&quot;:&quot;STROKE&quot;,&quot;strokeStyle&quot;:&quot;rgb(149, 170, 211)&quot;,&quot;lineWidth&quot;:0,&quot;lineJoin&quot;:&quot;round&quot;}],&quot;isLocked&quot;:false,&quot;parent&quot;:{&quot;type&quot;:&quot;CHILD&quot;,&quot;parentId&quot;:&quot;c3db9da9-b72f-46e4-91ec-8f53c8f7ebba&quot;,&quot;order&quot;:&quot;72&quot;}},&quot;a5f9f48a-bb2c-41f7-96a9-18bc6e826f14&quot;:{&quot;type&quot;:&quot;FIGURE_OBJECT&quot;,&quot;id&quot;:&quot;a5f9f48a-bb2c-41f7-96a9-18bc6e826f14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rgba(255,255,255,1)&quot;,&quot;fontWeight&quot;:&quot;normal&quot;,&quot;fontStyle&quot;:&quot;normal&quot;,&quot;decoration&quot;:&quot;none&quot;,&quot;script&quot;:&quot;none&quot;},&quot;range&quot;:[0,0]}],&quot;text&quot;:&quot;A&quot;}],&quot;verticalAlign&quot;:&quot;TOP&quot;,&quot;_lastCaretLocation&quot;:{&quot;lineIndex&quot;:0,&quot;runIndex&quot;:-1,&quot;charIndex&quot;:-1,&quot;endOfLine&quot;:true}},&quot;size&quot;:{&quot;x&quot;:18.097648426768938,&quot;y&quot;:11.176655406588951},&quot;targetSize&quot;:{&quot;x&quot;:18.097648426768938,&quot;y&quot;:2},&quot;format&quot;:&quot;BETTER_TEXT&quot;},&quot;parent&quot;:{&quot;type&quot;:&quot;CHILD&quot;,&quot;parentId&quot;:&quot;b78d5e1e-60f4-46d1-a374-f70c9ba292b5&quot;,&quot;order&quot;:&quot;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0a3b9716-1a12-4063-bc59-25d9ba1c4f8b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0a3b9716-1a12-4063-bc59-25d9ba1c4f8b&quot;:{&quot;type&quot;:&quot;FIGURE_OBJECT&quot;,&quot;id&quot;:&quot;0a3b9716-1a12-4063-bc59-25d9ba1c4f8b&quot;,&quot;relativeTransform&quot;:{&quot;translate&quot;:{&quot;x&quot;:122.81779536466415,&quot;y&quot;:-31.3884235076262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20.56550957587379,&quot;y&quot;:20.56550957587379},&quot;cornerRounding&quot;:{&quot;type&quot;:&quot;ARC_LENGTH&quot;,&quot;global&quot;:0}},&quot;pathStyles&quot;:[{&quot;type&quot;:&quot;FILL&quot;,&quot;fillStyle&quot;:&quot;rgba(23,23,23,1)&quot;},{&quot;type&quot;:&quot;STROKE&quot;,&quot;strokeStyle&quot;:&quot;#95AAD3&quot;,&quot;lineWidth&quot;:0,&quot;lineJoin&quot;:&quot;round&quot;}],&quot;isLocked&quot;:false,&quot;parent&quot;:{&quot;type&quot;:&quot;CHILD&quot;,&quot;parentId&quot;:&quot;c3db9da9-b72f-46e4-91ec-8f53c8f7ebba&quot;,&quot;order&quot;:&quot;75&quot;}},&quot;8c574db0-a618-4317-85ee-5b875bc1fcbc&quot;:{&quot;type&quot;:&quot;FIGURE_OBJECT&quot;,&quot;id&quot;:&quot;8c574db0-a618-4317-85ee-5b875bc1fcbc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6144565552897,&quot;color&quot;:&quot;rgba(255,255,255,1)&quot;,&quot;fontWeight&quot;:&quot;normal&quot;,&quot;fontStyle&quot;:&quot;normal&quot;,&quot;decoration&quot;:&quot;none&quot;,&quot;script&quot;:&quot;none&quot;},&quot;range&quot;:[0,0]}],&quot;text&quot;:&quot;A&quot;}],&quot;verticalAlign&quot;:&quot;TOP&quot;,&quot;_lastCaretLocation&quot;:{&quot;lineIndex&quot;:0,&quot;runIndex&quot;:-1,&quot;charIndex&quot;:-1,&quot;endOfLine&quot;:true}},&quot;size&quot;:{&quot;x&quot;:18.097648426768938,&quot;y&quot;:11.176655406588951},&quot;targetSize&quot;:{&quot;x&quot;:18.097648426768938,&quot;y&quot;:2},&quot;format&quot;:&quot;BETTER_TEXT&quot;},&quot;parent&quot;:{&quot;type&quot;:&quot;CHILD&quot;,&quot;parentId&quot;:&quot;0a3b9716-1a12-4063-bc59-25d9ba1c4f8b&quot;,&quot;order&quot;:&quot;5&quot;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3eb1e264-0d94-4a92-b46f-b61668bd5b44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3eb1e264-0d94-4a92-b46f-b61668bd5b44&quot;:{&quot;type&quot;:&quot;FIGURE_OBJECT&quot;,&quot;id&quot;:&quot;3eb1e264-0d94-4a92-b46f-b61668bd5b44&quot;,&quot;relativeTransform&quot;:{&quot;translate&quot;:{&quot;x&quot;:-22.440964184069514,&quot;y&quot;:-68.39259040306189},&quot;rotate&quot;:0,&quot;skewX&quot;:0,&quot;scale&quot;:{&quot;x&quot;:1,&quot;y&quot;:1}},&quot;opacity&quot;:1,&quot;path&quot;:{&quot;type&quot;:&quot;POLY_LINE&quot;,&quot;points&quot;:[{&quot;x&quot;:0,&quot;y&quot;:-2.5610859382815314},{&quot;x&quot;:0,&quot;y&quot;:2.5610859382815314}],&quot;closed&quot;:false},&quot;pathStyles&quot;:[{&quot;type&quot;:&quot;FILL&quot;,&quot;fillStyle&quot;:&quot;rgba(0,0,0,0)&quot;},{&quot;type&quot;:&quot;STROKE&quot;,&quot;strokeStyle&quot;:&quot;#232323&quot;,&quot;lineWidth&quot;:0.6634035347056062,&quot;lineJoin&quot;:&quot;round&quot;}],&quot;isLocked&quot;:false,&quot;parent&quot;:{&quot;type&quot;:&quot;CHILD&quot;,&quot;parentId&quot;:&quot;c3db9da9-b72f-46e4-91ec-8f53c8f7ebba&quot;,&quot;order&quot;:&quot;85&quot;},&quot;connectorInfo&quot;:{&quot;connectedObjects&quot;:[],&quot;type&quot;:&quot;LINE&quot;,&quot;offset&quot;:{&quot;x&quot;:0,&quot;y&quot;:0},&quot;bending&quot;:0.1,&quot;firstElementIsHead&quot;:true,&quot;customized&quot;:false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c3db9da9-b72f-46e4-91ec-8f53c8f7ebba"/>
  <p:tag name="SELECTIONIDS" val="c048347e-dd02-457e-b8a1-ab6856d85964"/>
  <p:tag name="TRANSPARENTBACKGROUND" val="true"/>
  <p:tag name="VERSION" val="1773856915443"/>
  <p:tag name="TITLE" val="AnimalVax"/>
  <p:tag name="CREATORNAME" val="Wasim Syed"/>
  <p:tag name="DATEINSERTED" val="1773856916159"/>
  <p:tag name="DPI" val="300"/>
  <p:tag name="BIOJSON" val="{&quot;id&quot;:&quot;aa2a7912-7095-48fe-a229-0174bdfa533b&quot;,&quot;objects&quot;:{&quot;c048347e-dd02-457e-b8a1-ab6856d85964&quot;:{&quot;type&quot;:&quot;FIGURE_OBJECT&quot;,&quot;id&quot;:&quot;c048347e-dd02-457e-b8a1-ab6856d85964&quot;,&quot;relativeTransform&quot;:{&quot;translate&quot;:{&quot;x&quot;:98.42701463852198,&quot;y&quot;:-68.39206475789868},&quot;rotate&quot;:0,&quot;skewX&quot;:0,&quot;scale&quot;:{&quot;x&quot;:1,&quot;y&quot;:1}},&quot;opacity&quot;:1,&quot;path&quot;:{&quot;type&quot;:&quot;POLY_LINE&quot;,&quot;points&quot;:[{&quot;x&quot;:0,&quot;y&quot;:-2.5610859382815314},{&quot;x&quot;:0,&quot;y&quot;:2.5610859382815314}],&quot;closed&quot;:false},&quot;pathStyles&quot;:[{&quot;type&quot;:&quot;FILL&quot;,&quot;fillStyle&quot;:&quot;rgba(0,0,0,0)&quot;},{&quot;type&quot;:&quot;STROKE&quot;,&quot;strokeStyle&quot;:&quot;#232323&quot;,&quot;lineWidth&quot;:0.6634035347056062,&quot;lineJoin&quot;:&quot;round&quot;}],&quot;isLocked&quot;:false,&quot;parent&quot;:{&quot;type&quot;:&quot;CHILD&quot;,&quot;parentId&quot;:&quot;c3db9da9-b72f-46e4-91ec-8f53c8f7ebba&quot;,&quot;order&quot;:&quot;9&quot;},&quot;connectorInfo&quot;:{&quot;connectedObjects&quot;:[],&quot;type&quot;:&quot;LINE&quot;,&quot;offset&quot;:{&quot;x&quot;:0,&quot;y&quot;:0},&quot;bending&quot;:0.1,&quot;firstElementIsHead&quot;:true,&quot;customized&quot;:false}},&quot;c3db9da9-b72f-46e4-91ec-8f53c8f7ebba&quot;:{&quot;id&quot;:&quot;c3db9da9-b72f-46e4-91ec-8f53c8f7ebba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2026-03-18T18:02:00Z</dcterms:created>
  <dcterms:modified xsi:type="dcterms:W3CDTF">2026-03-18T18:02:00Z</dcterms:modified>
</cp:coreProperties>
</file>