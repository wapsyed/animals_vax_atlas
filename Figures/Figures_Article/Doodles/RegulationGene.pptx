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-1.xml" ContentType="application/vnd.openxmlformats-officedocument.presentationml.tags+xml"/>
  <Override PartName="/ppt/tags/tag1-2.xml" ContentType="application/vnd.openxmlformats-officedocument.presentationml.tags+xml"/>
  <Override PartName="/ppt/tags/tag1-3.xml" ContentType="application/vnd.openxmlformats-officedocument.presentationml.tags+xml"/>
  <Override PartName="/ppt/tags/tag1-4.xml" ContentType="application/vnd.openxmlformats-officedocument.presentationml.tags+xml"/>
  <Override PartName="/ppt/tags/tag1-5.xml" ContentType="application/vnd.openxmlformats-officedocument.presentationml.tags+xml"/>
  <Override PartName="/ppt/tags/tag1-6.xml" ContentType="application/vnd.openxmlformats-officedocument.presentationml.tags+xml"/>
  <Override PartName="/ppt/tags/tag1-7.xml" ContentType="application/vnd.openxmlformats-officedocument.presentationml.tags+xml"/>
  <Override PartName="/ppt/tags/tag1-8.xml" ContentType="application/vnd.openxmlformats-officedocument.presentationml.tags+xml"/>
  <Override PartName="/ppt/tags/tag1-9.xml" ContentType="application/vnd.openxmlformats-officedocument.presentationml.tags+xml"/>
  <Override PartName="/ppt/tags/tag1-10.xml" ContentType="application/vnd.openxmlformats-officedocument.presentationml.tags+xml"/>
  <Override PartName="/ppt/tags/tag1-11.xml" ContentType="application/vnd.openxmlformats-officedocument.presentationml.tags+xml"/>
  <Override PartName="/ppt/tags/tag1-12.xml" ContentType="application/vnd.openxmlformats-officedocument.presentationml.tags+xml"/>
  <Override PartName="/ppt/tags/tag1-13.xml" ContentType="application/vnd.openxmlformats-officedocument.presentationml.tags+xml"/>
  <Override PartName="/ppt/tags/tag1-14.xml" ContentType="application/vnd.openxmlformats-officedocument.presentationml.tags+xml"/>
  <Override PartName="/ppt/tags/tag1-15.xml" ContentType="application/vnd.openxmlformats-officedocument.presentationml.tags+xml"/>
  <Override PartName="/ppt/tags/tag1-16.xml" ContentType="application/vnd.openxmlformats-officedocument.presentationml.tags+xml"/>
  <Override PartName="/ppt/tags/tag1-17.xml" ContentType="application/vnd.openxmlformats-officedocument.presentationml.tags+xml"/>
  <Override PartName="/ppt/tags/tag1-18.xml" ContentType="application/vnd.openxmlformats-officedocument.presentationml.tags+xml"/>
  <Override PartName="/ppt/tags/tag1-19.xml" ContentType="application/vnd.openxmlformats-officedocument.presentationml.tags+xml"/>
  <Override PartName="/ppt/tags/tag1-20.xml" ContentType="application/vnd.openxmlformats-officedocument.presentationml.tags+xml"/>
  <Override PartName="/ppt/tags/tag1-21.xml" ContentType="application/vnd.openxmlformats-officedocument.presentationml.tags+xml"/>
  <Override PartName="/ppt/tags/tag1-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6804000" cy="6804000"/>
  <p:notesSz cx="6804000" cy="680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tags" Target="../tags/tag1-1.xml"/><Relationship Id="rId3" Type="http://schemas.openxmlformats.org/officeDocument/2006/relationships/tags" Target="../tags/tag1-2.xml"/><Relationship Id="rId5" Type="http://schemas.openxmlformats.org/officeDocument/2006/relationships/tags" Target="../tags/tag1-3.xml"/><Relationship Id="rId7" Type="http://schemas.openxmlformats.org/officeDocument/2006/relationships/tags" Target="../tags/tag1-4.xml"/><Relationship Id="rId9" Type="http://schemas.openxmlformats.org/officeDocument/2006/relationships/tags" Target="../tags/tag1-5.xml"/><Relationship Id="rId11" Type="http://schemas.openxmlformats.org/officeDocument/2006/relationships/tags" Target="../tags/tag1-6.xml"/><Relationship Id="rId13" Type="http://schemas.openxmlformats.org/officeDocument/2006/relationships/tags" Target="../tags/tag1-7.xml"/><Relationship Id="rId15" Type="http://schemas.openxmlformats.org/officeDocument/2006/relationships/tags" Target="../tags/tag1-8.xml"/><Relationship Id="rId17" Type="http://schemas.openxmlformats.org/officeDocument/2006/relationships/tags" Target="../tags/tag1-9.xml"/><Relationship Id="rId19" Type="http://schemas.openxmlformats.org/officeDocument/2006/relationships/tags" Target="../tags/tag1-10.xml"/><Relationship Id="rId21" Type="http://schemas.openxmlformats.org/officeDocument/2006/relationships/tags" Target="../tags/tag1-11.xml"/><Relationship Id="rId23" Type="http://schemas.openxmlformats.org/officeDocument/2006/relationships/tags" Target="../tags/tag1-12.xml"/><Relationship Id="rId25" Type="http://schemas.openxmlformats.org/officeDocument/2006/relationships/tags" Target="../tags/tag1-13.xml"/><Relationship Id="rId27" Type="http://schemas.openxmlformats.org/officeDocument/2006/relationships/tags" Target="../tags/tag1-14.xml"/><Relationship Id="rId29" Type="http://schemas.openxmlformats.org/officeDocument/2006/relationships/tags" Target="../tags/tag1-15.xml"/><Relationship Id="rId31" Type="http://schemas.openxmlformats.org/officeDocument/2006/relationships/tags" Target="../tags/tag1-16.xml"/><Relationship Id="rId33" Type="http://schemas.openxmlformats.org/officeDocument/2006/relationships/tags" Target="../tags/tag1-17.xml"/><Relationship Id="rId35" Type="http://schemas.openxmlformats.org/officeDocument/2006/relationships/tags" Target="../tags/tag1-18.xml"/><Relationship Id="rId37" Type="http://schemas.openxmlformats.org/officeDocument/2006/relationships/tags" Target="../tags/tag1-19.xml"/><Relationship Id="rId39" Type="http://schemas.openxmlformats.org/officeDocument/2006/relationships/tags" Target="../tags/tag1-20.xml"/><Relationship Id="rId41" Type="http://schemas.openxmlformats.org/officeDocument/2006/relationships/tags" Target="../tags/tag1-21.xml"/><Relationship Id="rId43" Type="http://schemas.openxmlformats.org/officeDocument/2006/relationships/tags" Target="../tags/tag1-22.xml"/><Relationship Id="rId2" Type="http://schemas.openxmlformats.org/officeDocument/2006/relationships/image" Target="../media/image-1-1.png"/><Relationship Id="rId4" Type="http://schemas.openxmlformats.org/officeDocument/2006/relationships/image" Target="../media/image-1-2.png"/><Relationship Id="rId6" Type="http://schemas.openxmlformats.org/officeDocument/2006/relationships/image" Target="../media/image-1-3.png"/><Relationship Id="rId8" Type="http://schemas.openxmlformats.org/officeDocument/2006/relationships/image" Target="../media/image-1-4.png"/><Relationship Id="rId10" Type="http://schemas.openxmlformats.org/officeDocument/2006/relationships/image" Target="../media/image-1-5.png"/><Relationship Id="rId12" Type="http://schemas.openxmlformats.org/officeDocument/2006/relationships/image" Target="../media/image-1-6.png"/><Relationship Id="rId14" Type="http://schemas.openxmlformats.org/officeDocument/2006/relationships/image" Target="../media/image-1-7.png"/><Relationship Id="rId16" Type="http://schemas.openxmlformats.org/officeDocument/2006/relationships/image" Target="../media/image-1-8.png"/><Relationship Id="rId18" Type="http://schemas.openxmlformats.org/officeDocument/2006/relationships/image" Target="../media/image-1-9.png"/><Relationship Id="rId20" Type="http://schemas.openxmlformats.org/officeDocument/2006/relationships/image" Target="../media/image-1-10.png"/><Relationship Id="rId22" Type="http://schemas.openxmlformats.org/officeDocument/2006/relationships/image" Target="../media/image-1-11.png"/><Relationship Id="rId24" Type="http://schemas.openxmlformats.org/officeDocument/2006/relationships/image" Target="../media/image-1-12.png"/><Relationship Id="rId26" Type="http://schemas.openxmlformats.org/officeDocument/2006/relationships/image" Target="../media/image-1-13.png"/><Relationship Id="rId28" Type="http://schemas.openxmlformats.org/officeDocument/2006/relationships/image" Target="../media/image-1-14.png"/><Relationship Id="rId30" Type="http://schemas.openxmlformats.org/officeDocument/2006/relationships/image" Target="../media/image-1-15.png"/><Relationship Id="rId32" Type="http://schemas.openxmlformats.org/officeDocument/2006/relationships/image" Target="../media/image-1-16.png"/><Relationship Id="rId34" Type="http://schemas.openxmlformats.org/officeDocument/2006/relationships/image" Target="../media/image-1-17.png"/><Relationship Id="rId36" Type="http://schemas.openxmlformats.org/officeDocument/2006/relationships/image" Target="../media/image-1-18.png"/><Relationship Id="rId38" Type="http://schemas.openxmlformats.org/officeDocument/2006/relationships/image" Target="../media/image-1-19.png"/><Relationship Id="rId40" Type="http://schemas.openxmlformats.org/officeDocument/2006/relationships/image" Target="../media/image-1-20.png"/><Relationship Id="rId42" Type="http://schemas.openxmlformats.org/officeDocument/2006/relationships/image" Target="../media/image-1-21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biorender.com/illustrations/6847338d32e6e277f6864569" TargetMode="External"/><Relationship Id="rId4" Type="http://schemas.openxmlformats.org/officeDocument/2006/relationships/hyperlink" Target="http://www.biorender.com" TargetMode="External"/><Relationship Id="rId7" Type="http://schemas.openxmlformats.org/officeDocument/2006/relationships/hyperlink" Target="https://appsource.microsoft.com/en-us/product/office/wa200006038?src=product&amp;mktcmpid=pptx_export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5" Type="http://schemas.openxmlformats.org/officeDocument/2006/relationships/image" Target="../media/image-2-3.png"/><Relationship Id="rId6" Type="http://schemas.openxmlformats.org/officeDocument/2006/relationships/image" Target="../media/image-2-4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2381" y="2154006"/>
            <a:ext cx="3773424" cy="4419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15515" y="2942445"/>
            <a:ext cx="688848" cy="7040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34273" y="1757015"/>
            <a:ext cx="637032" cy="65227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78282" y="1944110"/>
            <a:ext cx="731520" cy="67970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275868" y="2762493"/>
            <a:ext cx="633984" cy="61569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477694" y="2131153"/>
            <a:ext cx="435864" cy="48768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761292" y="2131148"/>
            <a:ext cx="1240536" cy="48768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998550" y="2116337"/>
            <a:ext cx="1143000" cy="48768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702261" y="2764607"/>
            <a:ext cx="3773424" cy="44196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3477697" y="2758908"/>
            <a:ext cx="435864" cy="48768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3761301" y="2758902"/>
            <a:ext cx="1240536" cy="48768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998484" y="2744092"/>
            <a:ext cx="1136904" cy="48768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477717" y="1420352"/>
            <a:ext cx="1733282" cy="209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1453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 regulation</a:t>
            </a:r>
            <a:endParaRPr lang="en-US" sz="1453" dirty="0"/>
          </a:p>
        </p:txBody>
      </p:sp>
      <p:pic>
        <p:nvPicPr>
          <p:cNvPr id="15" name="Image 12" descr="preencoded.png">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1996607" y="2516311"/>
            <a:ext cx="3005328" cy="323088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4925930" y="2614456"/>
            <a:ext cx="469933" cy="14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Identity</a:t>
            </a:r>
            <a:endParaRPr lang="en-US" sz="1030" dirty="0"/>
          </a:p>
        </p:txBody>
      </p:sp>
      <p:sp>
        <p:nvSpPr>
          <p:cNvPr id="17" name="Text 2"/>
          <p:cNvSpPr/>
          <p:nvPr/>
        </p:nvSpPr>
        <p:spPr>
          <a:xfrm>
            <a:off x="2628066" y="1757318"/>
            <a:ext cx="382162" cy="10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76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Histone</a:t>
            </a:r>
            <a:endParaRPr lang="en-US" sz="762" dirty="0"/>
          </a:p>
        </p:txBody>
      </p:sp>
      <p:pic>
        <p:nvPicPr>
          <p:cNvPr id="18" name="Image 13" descr="preencoded.png">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2005930" y="2960844"/>
            <a:ext cx="542544" cy="542544"/>
          </a:xfrm>
          <a:prstGeom prst="rect">
            <a:avLst/>
          </a:prstGeom>
        </p:spPr>
      </p:pic>
      <p:pic>
        <p:nvPicPr>
          <p:cNvPr id="19" name="Image 14" descr="preencoded.png">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074903" y="1833975"/>
            <a:ext cx="402336" cy="402336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2594583" y="3450314"/>
            <a:ext cx="382162" cy="109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76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Histone</a:t>
            </a:r>
            <a:endParaRPr lang="en-US" sz="762" dirty="0"/>
          </a:p>
        </p:txBody>
      </p:sp>
      <p:pic>
        <p:nvPicPr>
          <p:cNvPr id="21" name="Image 15" descr="preencoded.png">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760736" y="1907534"/>
            <a:ext cx="435864" cy="374904"/>
          </a:xfrm>
          <a:prstGeom prst="rect">
            <a:avLst/>
          </a:prstGeom>
        </p:spPr>
      </p:pic>
      <p:pic>
        <p:nvPicPr>
          <p:cNvPr id="22" name="Image 16" descr="preencoded.png">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761716" y="3092860"/>
            <a:ext cx="417576" cy="393192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3698644" y="1827085"/>
            <a:ext cx="382162" cy="11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76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TSS</a:t>
            </a:r>
            <a:endParaRPr lang="en-US" sz="762" dirty="0"/>
          </a:p>
        </p:txBody>
      </p:sp>
      <p:sp>
        <p:nvSpPr>
          <p:cNvPr id="24" name="Text 5"/>
          <p:cNvSpPr/>
          <p:nvPr/>
        </p:nvSpPr>
        <p:spPr>
          <a:xfrm>
            <a:off x="3721654" y="3455035"/>
            <a:ext cx="382162" cy="11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750"/>
              </a:lnSpc>
              <a:buNone/>
            </a:pPr>
            <a:r>
              <a:rPr lang="en-US" sz="762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TSS</a:t>
            </a:r>
            <a:endParaRPr lang="en-US" sz="762" dirty="0"/>
          </a:p>
        </p:txBody>
      </p:sp>
      <p:pic>
        <p:nvPicPr>
          <p:cNvPr id="25" name="Image 17" descr="preencoded.png">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3285641" y="3005313"/>
            <a:ext cx="554736" cy="554736"/>
          </a:xfrm>
          <a:prstGeom prst="rect">
            <a:avLst/>
          </a:prstGeom>
        </p:spPr>
      </p:pic>
      <p:pic>
        <p:nvPicPr>
          <p:cNvPr id="26" name="Image 18" descr="preencoded.png">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3366494" y="1933159"/>
            <a:ext cx="435864" cy="435864"/>
          </a:xfrm>
          <a:prstGeom prst="rect">
            <a:avLst/>
          </a:prstGeom>
        </p:spPr>
      </p:pic>
      <p:pic>
        <p:nvPicPr>
          <p:cNvPr id="27" name="Image 19" descr="preencoded.png">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3227574" y="1686103"/>
            <a:ext cx="286512" cy="286512"/>
          </a:xfrm>
          <a:prstGeom prst="rect">
            <a:avLst/>
          </a:prstGeom>
        </p:spPr>
      </p:pic>
      <p:pic>
        <p:nvPicPr>
          <p:cNvPr id="28" name="Image 20" descr="preencoded.png">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3210107" y="3483831"/>
            <a:ext cx="277368" cy="27736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2200" y="680400"/>
            <a:ext cx="2721600" cy="5443200"/>
          </a:xfrm>
          <a:custGeom>
            <a:avLst/>
            <a:gdLst/>
            <a:ahLst/>
            <a:cxnLst/>
            <a:rect l="l" t="t" r="r" b="b"/>
            <a:pathLst>
              <a:path w="2721600" h="5443200">
                <a:moveTo>
                  <a:pt x="0" y="0"/>
                </a:moveTo>
                <a:lnTo>
                  <a:pt x="0" y="5443200"/>
                </a:lnTo>
                <a:lnTo>
                  <a:pt x="2721600" y="5443200"/>
                </a:lnTo>
                <a:lnTo>
                  <a:pt x="2721600" y="272160"/>
                </a:lnTo>
                <a:lnTo>
                  <a:pt x="2449440" y="0"/>
                </a:lnTo>
                <a:close/>
              </a:path>
            </a:pathLst>
          </a:custGeom>
          <a:solidFill>
            <a:srgbClr val="E9F0F8"/>
          </a:solidFill>
          <a:ln/>
          <a:effectLst>
            <a:outerShdw sx="100000" sy="100000" kx="0" ky="0" algn="bl" rotWithShape="0" blurRad="7560" dist="15120" dir="27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191640" y="680400"/>
            <a:ext cx="272160" cy="326592"/>
          </a:xfrm>
          <a:custGeom>
            <a:avLst/>
            <a:gdLst/>
            <a:ahLst/>
            <a:cxnLst/>
            <a:rect l="l" t="t" r="r" b="b"/>
            <a:pathLst>
              <a:path w="272160" h="326592">
                <a:moveTo>
                  <a:pt x="0" y="0"/>
                </a:moveTo>
                <a:lnTo>
                  <a:pt x="108864" y="326592"/>
                </a:lnTo>
                <a:lnTo>
                  <a:pt x="272160" y="272160"/>
                </a:lnTo>
                <a:close/>
              </a:path>
            </a:pathLst>
          </a:custGeom>
          <a:solidFill>
            <a:srgbClr val="92B7DB"/>
          </a:solidFill>
          <a:ln/>
        </p:spPr>
      </p:sp>
      <p:sp>
        <p:nvSpPr>
          <p:cNvPr id="4" name="Shape 2"/>
          <p:cNvSpPr/>
          <p:nvPr/>
        </p:nvSpPr>
        <p:spPr>
          <a:xfrm>
            <a:off x="6191640" y="680400"/>
            <a:ext cx="272160" cy="272160"/>
          </a:xfrm>
          <a:custGeom>
            <a:avLst/>
            <a:gdLst/>
            <a:ahLst/>
            <a:cxnLst/>
            <a:rect l="l" t="t" r="r" b="b"/>
            <a:pathLst>
              <a:path w="272160" h="272160">
                <a:moveTo>
                  <a:pt x="0" y="0"/>
                </a:moveTo>
                <a:lnTo>
                  <a:pt x="40824" y="272160"/>
                </a:lnTo>
                <a:lnTo>
                  <a:pt x="272160" y="272160"/>
                </a:lnTo>
                <a:close/>
              </a:path>
            </a:pathLst>
          </a:custGeom>
          <a:solidFill>
            <a:srgbClr val="CCD8E7"/>
          </a:solidFill>
          <a:ln/>
        </p:spPr>
      </p:sp>
      <p:pic>
        <p:nvPicPr>
          <p:cNvPr id="5" name="Image 0" descr="https://assets.cdn.biorender.com/assets/biorender-logo-blue.svg?cacheBust=0.31412622821180813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200" y="2298609"/>
            <a:ext cx="653184" cy="5516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0200" y="3126152"/>
            <a:ext cx="3061800" cy="306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71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was created in BioRender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access the original source of this presentation, visit: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71" dirty="0"/>
          </a:p>
          <a:p>
            <a:pPr algn="l" indent="0" marL="0">
              <a:buNone/>
            </a:pPr>
            <a:r>
              <a:rPr lang="en-US" sz="1071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https://app.biorender.com/illustrations/6847338d32e6e277f6864569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71" dirty="0"/>
          </a:p>
          <a:p>
            <a:pPr algn="l" indent="0" marL="0">
              <a:buNone/>
            </a:pPr>
            <a:r>
              <a:rPr lang="en-US" sz="107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 up for your own BioRender account at </a:t>
            </a:r>
            <a:pPr algn="l" indent="0" marL="0">
              <a:buNone/>
            </a:pPr>
            <a:r>
              <a:rPr lang="en-US" sz="1071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www.biorender.com</a:t>
            </a:r>
            <a:endParaRPr lang="en-US" sz="1071" dirty="0"/>
          </a:p>
        </p:txBody>
      </p:sp>
      <p:pic>
        <p:nvPicPr>
          <p:cNvPr id="7" name="Image 1" descr="https://assets.cdn.biorender.com/assets/office/biorender-ppt-lockup.svg?cacheBust=0.3244929609604854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0128" y="1061424"/>
            <a:ext cx="1465745" cy="6348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14360" y="1877904"/>
            <a:ext cx="2177280" cy="381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91"/>
              </a:lnSpc>
              <a:buNone/>
            </a:pPr>
            <a:r>
              <a:rPr lang="en-US" sz="952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BioRender Add-in for PowerPoint</a:t>
            </a:r>
            <a:endParaRPr lang="en-US" sz="863" dirty="0"/>
          </a:p>
          <a:p>
            <a:pPr algn="l" indent="0" marL="0">
              <a:lnSpc>
                <a:spcPts val="1488"/>
              </a:lnSpc>
              <a:buNone/>
            </a:pPr>
            <a:endParaRPr lang="en-US" sz="863" dirty="0"/>
          </a:p>
          <a:p>
            <a:pPr algn="l" indent="0" marL="0">
              <a:lnSpc>
                <a:spcPts val="1191"/>
              </a:lnSpc>
              <a:buNone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integration allows you to unlock the power of BioRender, right inside PowerPoint:</a:t>
            </a:r>
            <a:endParaRPr lang="en-US" sz="863" dirty="0"/>
          </a:p>
          <a:p>
            <a:pPr algn="l" indent="0" marL="0">
              <a:lnSpc>
                <a:spcPts val="1191"/>
              </a:lnSpc>
              <a:buNone/>
            </a:pP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your BioRender presentation as an editable .PPTX file.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BioRender figures without leaving your PowerPoint slides.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 updates from BioRender with just one click.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Effortlessly manage sharing and permissions with your team.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your entire BioRender library at your fingertips.</a:t>
            </a:r>
            <a:endParaRPr lang="en-US" sz="863" dirty="0"/>
          </a:p>
          <a:p>
            <a:pPr algn="l" lvl="1" marL="254000" indent="-127000">
              <a:lnSpc>
                <a:spcPts val="1191"/>
              </a:lnSpc>
              <a:buSzPct val="100000"/>
              <a:buChar char="●"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a transparent background? Toggle it on or off, anytime.</a:t>
            </a:r>
            <a:endParaRPr lang="en-US" sz="863" dirty="0"/>
          </a:p>
          <a:p>
            <a:pPr algn="l" indent="0" marL="0">
              <a:lnSpc>
                <a:spcPts val="1191"/>
              </a:lnSpc>
              <a:buNone/>
            </a:pPr>
            <a:endParaRPr lang="en-US" sz="863" dirty="0"/>
          </a:p>
          <a:p>
            <a:pPr algn="l" indent="0" marL="0">
              <a:lnSpc>
                <a:spcPts val="1191"/>
              </a:lnSpc>
              <a:buNone/>
            </a:pPr>
            <a:r>
              <a:rPr lang="en-US" sz="863" dirty="0">
                <a:solidFill>
                  <a:srgbClr val="383F4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BioRender for PowerPoint is hosted safely and securely in the Microsoft AppSource.</a:t>
            </a:r>
            <a:endParaRPr lang="en-US" sz="863" dirty="0"/>
          </a:p>
        </p:txBody>
      </p:sp>
      <p:sp>
        <p:nvSpPr>
          <p:cNvPr id="9" name="Text 5"/>
          <p:cNvSpPr/>
          <p:nvPr/>
        </p:nvSpPr>
        <p:spPr>
          <a:xfrm>
            <a:off x="4422600" y="5198256"/>
            <a:ext cx="1360800" cy="2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2" b="1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 the add-in now:</a:t>
            </a:r>
            <a:endParaRPr lang="en-US" sz="952" dirty="0"/>
          </a:p>
        </p:txBody>
      </p:sp>
      <p:sp>
        <p:nvSpPr>
          <p:cNvPr id="10" name="Text 6">
            <a:hlinkClick r:id="rId7" tooltip=""/>
          </p:cNvPr>
          <p:cNvSpPr/>
          <p:nvPr/>
        </p:nvSpPr>
        <p:spPr>
          <a:xfrm>
            <a:off x="4014360" y="5470416"/>
            <a:ext cx="2177280" cy="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14" u="sng" dirty="0">
                <a:solidFill>
                  <a:srgbClr val="085299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https://appsource.microsoft.com/en-us/product/office/wa200006038?src=product&amp;mktcmpid=pptx_export</a:t>
            </a:r>
            <a:endParaRPr lang="en-US" sz="714" dirty="0"/>
          </a:p>
        </p:txBody>
      </p:sp>
    </p:spTree>
  </p:cSld>
  <p:clrMapOvr>
    <a:masterClrMapping/>
  </p:clrMapOvr>
</p:sld>
</file>

<file path=ppt/tags/tag1-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847338d32e6e277f6864569"/>
  <p:tag name="SLIDEID" val="5152bf38-3fb1-4160-bf49-67bc576fd7df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908c840c-76c4-47bc-a783-5ae645deb519&quot;:{&quot;id&quot;:&quot;908c840c-76c4-47bc-a783-5ae645deb519&quot;,&quot;type&quot;:&quot;FIGURE_OBJECT&quot;,&quot;relativeTransform&quot;:{&quot;translate&quot;:{&quot;x&quot;:0,&quot;y&quot;:0},&quot;rotate&quot;:0,&quot;skewX&quot;:0,&quot;scale&quot;:{&quot;x&quot;:1,&quot;y&quot;:1}},&quot;path&quot;:{&quot;type&quot;:&quot;RECT&quot;,&quot;size&quot;:{&quot;x&quot;:714.3307086614172,&quot;y&quot;:714.3307086614172}},&quot;pathStyles&quot;:[{&quot;type&quot;:&quot;FILL&quot;,&quot;fillStyle&quot;:&quot;rgba(0,0,0,0)&quot;}],&quot;parent&quot;:{&quot;parentId&quot;:&quot;5152bf38-3fb1-4160-bf49-67bc576fd7df&quot;,&quot;type&quot;:&quot;FRAME&quot;,&quot;order&quot;:&quot;5&quot;}},&quot;f3e67efd-a6e0-4378-9491-19b818e5b1fe&quot;:{&quot;id&quot;:&quot;f3e67efd-a6e0-4378-9491-19b818e5b1fe&quot;,&quot;name&quot;:&quot;Adult (head, gender-neutral, eyes closed, anterior)&quot;,&quot;displayName&quot;:&quot;&quot;,&quot;type&quot;:&quot;FIGURE_OBJECT&quot;,&quot;relativeTransform&quot;:{&quot;translate&quot;:{&quot;x&quot;:-195.06121032987784,&quot;y&quot;:-117.37928594014409},&quot;rotate&quot;:0,&quot;skewX&quot;:0,&quot;scale&quot;:{&quot;x&quot;:0.5125398330584233,&quot;y&quot;:0.509367926969641}},&quot;image&quot;:{&quot;url&quot;:&quot;https://icons.cdn.biorender.com/biorender/63c02cf8503c770021179aea/20240912181530/image/63c02cf8503c770021179aea.png&quot;,&quot;isPremium&quot;:false,&quot;isOrgIcon&quot;:false,&quot;size&quot;:{&quot;x&quot;:150,&quot;y&quot;:140.3485254691689},&quot;fallbackUrl&quot;:&quot;sources/icons/63c02cf8503c770021179aea/20240912181530/image/63c02cf8503c770021179aea.svg&quot;},&quot;source&quot;:{&quot;id&quot;:&quot;63c02cf8503c770021179aea&quot;,&quot;version&quot;:&quot;20240912181530&quot;,&quot;type&quot;:&quot;ASSETS&quot;},&quot;isPremium&quot;:false,&quot;parent&quot;:{&quot;type&quot;:&quot;CHILD&quot;,&quot;parentId&quot;:&quot;5152bf38-3fb1-4160-bf49-67bc576fd7df&quot;,&quot;order&quot;:&quot;1&quot;}},&quot;9acb2b10-66ed-498f-aad3-6ef4cf6f5709&quot;:{&quot;id&quot;:&quot;9acb2b10-66ed-498f-aad3-6ef4cf6f5709&quot;,&quot;name&quot;:&quot;Mouse head (anterior)&quot;,&quot;displayName&quot;:&quot;&quot;,&quot;type&quot;:&quot;FIGURE_OBJECT&quot;,&quot;relativeTransform&quot;:{&quot;translate&quot;:{&quot;x&quot;:-189.935952991026,&quot;y&quot;:-34.819822516469685},&quot;rotate&quot;:0,&quot;skewX&quot;:0,&quot;scale&quot;:{&quot;x&quot;:0.4442068165909669,&quot;y&quot;:0.44420681659096695}},&quot;image&quot;:{&quot;url&quot;:&quot;https://icons.cdn.biorender.com/biorender/63a0b292c2bb5200216dac1d/5e45f258efc1b8002828fcd1.png&quot;,&quot;isPremium&quot;:false,&quot;isOrgIcon&quot;:false,&quot;size&quot;:{&quot;x&quot;:150,&quot;y&quot;:145.40816326530611},&quot;fallbackUrl&quot;:&quot;sources/icons/63a0b292c2bb5200216dac1d/5e45f258efc1b8002828fcd1.svg&quot;},&quot;source&quot;:{&quot;id&quot;:&quot;5e45f258efc1b8002828fcd1&quot;,&quot;version&quot;:&quot;20221219184808&quot;,&quot;type&quot;:&quot;ASSETS&quot;},&quot;isPremium&quot;:false,&quot;parent&quot;:{&quot;type&quot;:&quot;CHILD&quot;,&quot;parentId&quot;:&quot;5152bf38-3fb1-4160-bf49-67bc576fd7df&quot;,&quot;order&quot;:&quot;12&quot;}},&quot;340cb058-2e53-49a5-8823-384c5872fe81&quot;:{&quot;type&quot;:&quot;FIGURE_OBJECT&quot;,&quot;id&quot;:&quot;340cb058-2e53-49a5-8823-384c5872fe81&quot;,&quot;relativeTransform&quot;:{&quot;translate&quot;:{&quot;x&quot;:30.826881104993276,&quot;y&quot;:-107.82220708966099},&quot;rotate&quot;:0,&quot;skewX&quot;:0,&quot;scale&quot;:{&quot;x&quot;:1,&quot;y&quot;:1}},&quot;layout&quot;:{&quot;sizeRatio&quot;:{&quot;x&quot;:0.9922490223683361,&quot;y&quot;:0.982776173330667},&quot;keepAspectRatio&quot;:false},&quot;opacity&quot;:1,&quot;path&quot;:{&quot;type&quot;:&quot;RECT&quot;,&quot;size&quot;:{&quot;x&quot;:29.722622426153766,&quot;y&quot;:35.07918411705311},&quot;cornerRounding&quot;:{&quot;type&quot;:&quot;ARC_LENGTH&quot;,&quot;global&quot;:2.038592805254452}},&quot;pathStyles&quot;:[{&quot;type&quot;:&quot;FILL&quot;,&quot;fillStyle&quot;:&quot;rgba(234,234,234,1)&quot;},{&quot;type&quot;:&quot;STROKE&quot;,&quot;strokeStyle&quot;:&quot;rgb(48, 110, 128)&quot;,&quot;lineWidth&quot;:0,&quot;lineJoin&quot;:&quot;round&quot;}],&quot;isLocked&quot;:false,&quot;parent&quot;:{&quot;type&quot;:&quot;CHILD&quot;,&quot;parentId&quot;:&quot;5152bf38-3fb1-4160-bf49-67bc576fd7df&quot;,&quot;order&quot;:&quot;15&quot;}},&quot;b0ed7b07-87bb-4aeb-ae3c-44cd26f4758e&quot;:{&quot;type&quot;:&quot;FIGURE_OBJECT&quot;,&quot;id&quot;:&quot;b0ed7b07-87bb-4aeb-ae3c-44cd26f4758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(0,0,0)&quot;,&quot;fontWeight&quot;:&quot;normal&quot;,&quot;fontStyle&quot;:&quot;normal&quot;,&quot;decoration&quot;:&quot;none&quot;,&quot;script&quot;:&quot;none&quot;},&quot;range&quot;:[0,0]}],&quot;text&quot;:&quot;P&quot;}],&quot;verticalAlign&quot;:&quot;TOP&quot;,&quot;_lastCaretLocation&quot;:{&quot;lineIndex&quot;:0,&quot;runIndex&quot;:-1,&quot;charIndex&quot;:-1,&quot;endOfLine&quot;:true}},&quot;size&quot;:{&quot;x&quot;:29.492243044574256,&quot;y&quot;:21.97382483383838},&quot;targetSize&quot;:{&quot;x&quot;:29.492243044574256,&quot;y&quot;:2},&quot;format&quot;:&quot;BETTER_TEXT&quot;,&quot;verticalAlign&quot;:&quot;TOP&quot;},&quot;parent&quot;:{&quot;type&quot;:&quot;CHILD&quot;,&quot;parentId&quot;:&quot;340cb058-2e53-49a5-8823-384c5872fe81&quot;,&quot;order&quot;:&quot;5&quot;}},&quot;f4468766-7c6d-4fae-a43a-5ae069bbe7d7&quot;:{&quot;type&quot;:&quot;FIGURE_OBJECT&quot;,&quot;id&quot;:&quot;f4468766-7c6d-4fae-a43a-5ae069bbe7d7&quot;,&quot;relativeTransform&quot;:{&quot;translate&quot;:{&quot;x&quot;:102.84090552051941,&quot;y&quot;:-107.8228051857120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14.30470867335387,&quot;y&quot;:35.07918411705311},&quot;cornerRounding&quot;:{&quot;type&quot;:&quot;ARC_LENGTH&quot;,&quot;global&quot;:0}},&quot;pathStyles&quot;:[{&quot;type&quot;:&quot;FILL&quot;,&quot;fillStyle&quot;:&quot;rgba(23,23,23,1)&quot;},{&quot;type&quot;:&quot;STROKE&quot;,&quot;strokeStyle&quot;:&quot;rgb(74, 72, 73)&quot;,&quot;lineWidth&quot;:0,&quot;lineJoin&quot;:&quot;round&quot;}],&quot;isLocked&quot;:false,&quot;parent&quot;:{&quot;type&quot;:&quot;CHILD&quot;,&quot;parentId&quot;:&quot;5152bf38-3fb1-4160-bf49-67bc576fd7df&quot;,&quot;order&quot;:&quot;2&quot;}},&quot;734c18e5-2e9d-42b2-a7c9-7a3348d47959&quot;:{&quot;type&quot;:&quot;FIGURE_OBJECT&quot;,&quot;id&quot;:&quot;734c18e5-2e9d-42b2-a7c9-7a3348d4795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a(255,255,255,1)&quot;,&quot;fontWeight&quot;:&quot;normal&quot;,&quot;fontStyle&quot;:&quot;normal&quot;,&quot;decoration&quot;:&quot;none&quot;,&quot;script&quot;:&quot;none&quot;},&quot;range&quot;:[0,3]}],&quot;text&quot;:&quot;Gene&quot;,&quot;baseStyle&quot;:{&quot;fontFamily&quot;:&quot;Roboto&quot;,&quot;fontSize&quot;:18.16931882683621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00.58814363255141,&quot;y&quot;:21.97382483383838},&quot;targetSize&quot;:{&quot;x&quot;:100.58814363255141,&quot;y&quot;:2},&quot;format&quot;:&quot;BETTER_TEXT&quot;,&quot;verticalAlign&quot;:&quot;TOP&quot;},&quot;parent&quot;:{&quot;type&quot;:&quot;CHILD&quot;,&quot;parentId&quot;:&quot;f4468766-7c6d-4fae-a43a-5ae069bbe7d7&quot;,&quot;order&quot;:&quot;5&quot;}},&quot;479f4cc3-61d0-42eb-983b-17bbcad48f6b&quot;:{&quot;type&quot;:&quot;FIGURE_OBJECT&quot;,&quot;id&quot;:&quot;479f4cc3-61d0-42eb-983b-17bbcad48f6b&quot;,&quot;relativeTransform&quot;:{&quot;translate&quot;:{&quot;x&quot;:-87.34381542436705,&quot;y&quot;:-109.37770581125619},&quot;rotate&quot;:0,&quot;skewX&quot;:0,&quot;scale&quot;:{&quot;x&quot;:1,&quot;y&quot;:1}},&quot;layout&quot;:{&quot;sizeRatio&quot;:{&quot;x&quot;:0.9922490223683361,&quot;y&quot;:0.982776173330667},&quot;keepAspectRatio&quot;:false},&quot;opacity&quot;:1,&quot;path&quot;:{&quot;type&quot;:&quot;RECT&quot;,&quot;size&quot;:{&quot;x&quot;:104.06667080496466,&quot;y&quot;:35.07918411705311},&quot;cornerRounding&quot;:{&quot;type&quot;:&quot;ARC_LENGTH&quot;,&quot;global&quot;:2.038592805254452}},&quot;pathStyles&quot;:[{&quot;type&quot;:&quot;FILL&quot;,&quot;fillStyle&quot;:&quot;rgba(129,134,137,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5152bf38-3fb1-4160-bf49-67bc576fd7df&quot;,&quot;order&quot;:&quot;22&quot;}},&quot;96281de0-6dfc-445a-8a27-618d74642b06&quot;:{&quot;type&quot;:&quot;FIGURE_OBJECT&quot;,&quot;id&quot;:&quot;96281de0-6dfc-445a-8a27-618d74642b0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a(255,255,255,1)&quot;,&quot;fontWeight&quot;:&quot;normal&quot;,&quot;fontStyle&quot;:&quot;normal&quot;,&quot;decoration&quot;:&quot;none&quot;,&quot;script&quot;:&quot;none&quot;},&quot;range&quot;:[0,8]}],&quot;text&quot;:&quot;Enhancers&quot;}],&quot;verticalAlign&quot;:&quot;TOP&quot;,&quot;_lastCaretLocation&quot;:{&quot;lineIndex&quot;:0,&quot;runIndex&quot;:-1,&quot;charIndex&quot;:-1,&quot;endOfLine&quot;:true}},&quot;size&quot;:{&quot;x&quot;:103.26005236735364,&quot;y&quot;:21.97382483383838},&quot;targetSize&quot;:{&quot;x&quot;:103.26005236735364,&quot;y&quot;:2},&quot;format&quot;:&quot;BETTER_TEXT&quot;,&quot;verticalAlign&quot;:&quot;TOP&quot;},&quot;parent&quot;:{&quot;type&quot;:&quot;CHILD&quot;,&quot;parentId&quot;:&quot;479f4cc3-61d0-42eb-983b-17bbcad48f6b&quot;,&quot;order&quot;:&quot;5&quot;}},&quot;84ecd2cc-f915-46c6-b180-d34c493e2b57&quot;:{&quot;type&quot;:&quot;FIGURE_OBJECT&quot;,&quot;id&quot;:&quot;84ecd2cc-f915-46c6-b180-d34c493e2b57&quot;,&quot;name&quot;:&quot;dsDNA brush 3 (straight)&quot;,&quot;relativeTransform&quot;:{&quot;translate&quot;:{&quot;x&quot;:76.44653772132892,&quot;y&quot;:-43.7179273591388},&quot;rotate&quot;:0,&quot;skewX&quot;:0,&quot;scale&quot;:{&quot;x&quot;:1,&quot;y&quot;:1}},&quot;opacity&quot;:1,&quot;source&quot;:{&quot;id&quot;:&quot;5e75575f52bb9000abea6260&quot;,&quot;type&quot;:&quot;ASSETS&quot;},&quot;path&quot;:{&quot;type&quot;:&quot;POLY_LINE&quot;,&quot;points&quot;:[{&quot;x&quot;:-231.750538082389,&quot;y&quot;:0},{&quot;x&quot;:118.11691736384809,&quot;y&quot;:0}],&quot;closed&quot;:false},&quot;pathStyles&quot;:[{&quot;type&quot;:&quot;FILL&quot;,&quot;fillStyle&quot;:&quot;rgba(0,0,0,0)&quot;},{&quot;type&quot;:&quot;STROKE&quot;,&quot;strokeStyle&quot;:&quot;rgba(0,0,0,0)&quot;,&quot;lineWidth&quot;:23.1301258231562,&quot;lineJoin&quot;:&quot;round&quot;}],&quot;pathSmoothing&quot;:{&quot;type&quot;:&quot;CATMULL_SMOOTHING&quot;,&quot;smoothing&quot;:0.2},&quot;pathPattern&quot;:{&quot;type&quot;:&quot;ROW&quot;,&quot;patternId&quot;:&quot;56d8b9ed-6290-464a-a36b-63512ce183df&quot;,&quot;patternTransform&quot;:{&quot;translate&quot;:{&quot;x&quot;:-0.00002540549651012527,&quot;y&quot;:-0.5},&quot;rotate&quot;:0,&quot;skewX&quot;:0,&quot;scale&quot;:{&quot;x&quot;:0.005076142131979695,&quot;y&quot;:0.005076142131979695}},&quot;xUnits&quot;:&quot;STROKE_WIDTH&quot;,&quot;yUnits&quot;:&quot;STROKE_WIDTH&quot;,&quot;bending&quot;:true,&quot;repeat&quot;:{&quot;distance&quot;:1.8661421567655458,&quot;align&quot;:&quot;CENTER&quot;},&quot;isPremium&quot;:true},&quot;isLocked&quot;:false,&quot;parent&quot;:{&quot;type&quot;:&quot;CHILD&quot;,&quot;parentId&quot;:&quot;5152bf38-3fb1-4160-bf49-67bc576fd7df&quot;,&quot;order&quot;:&quot;25&quot;},&quot;isPremium&quot;:true},&quot;6a848848-c6d7-4c7a-8912-14d12b0651c9&quot;:{&quot;type&quot;:&quot;FIGURE_OBJECT&quot;,&quot;id&quot;:&quot;6a848848-c6d7-4c7a-8912-14d12b0651c9&quot;,&quot;relativeTransform&quot;:{&quot;translate&quot;:{&quot;x&quot;:30.82722677418127,&quot;y&quot;:-41.91623915997866},&quot;rotate&quot;:0,&quot;skewX&quot;:0,&quot;scale&quot;:{&quot;x&quot;:1,&quot;y&quot;:1}},&quot;layout&quot;:{&quot;sizeRatio&quot;:{&quot;x&quot;:0.9922490223683361,&quot;y&quot;:0.982776173330667},&quot;keepAspectRatio&quot;:false},&quot;opacity&quot;:1,&quot;path&quot;:{&quot;type&quot;:&quot;RECT&quot;,&quot;size&quot;:{&quot;x&quot;:29.722622426153766,&quot;y&quot;:35.07918411705311},&quot;cornerRounding&quot;:{&quot;type&quot;:&quot;ARC_LENGTH&quot;,&quot;global&quot;:2.038592805254452}},&quot;pathStyles&quot;:[{&quot;type&quot;:&quot;FILL&quot;,&quot;fillStyle&quot;:&quot;rgba(234,234,234,1)&quot;},{&quot;type&quot;:&quot;STROKE&quot;,&quot;strokeStyle&quot;:&quot;rgb(48, 110, 128)&quot;,&quot;lineWidth&quot;:0,&quot;lineJoin&quot;:&quot;round&quot;}],&quot;isLocked&quot;:false,&quot;parent&quot;:{&quot;type&quot;:&quot;CHILD&quot;,&quot;parentId&quot;:&quot;5152bf38-3fb1-4160-bf49-67bc576fd7df&quot;,&quot;order&quot;:&quot;27&quot;}},&quot;c3a3ebc5-cf42-48f1-86e2-f22c8ff4e940&quot;:{&quot;type&quot;:&quot;FIGURE_OBJECT&quot;,&quot;id&quot;:&quot;c3a3ebc5-cf42-48f1-86e2-f22c8ff4e94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(0,0,0)&quot;,&quot;fontWeight&quot;:&quot;normal&quot;,&quot;fontStyle&quot;:&quot;normal&quot;,&quot;decoration&quot;:&quot;none&quot;,&quot;script&quot;:&quot;none&quot;},&quot;range&quot;:[0,0]}],&quot;text&quot;:&quot;P&quot;}],&quot;verticalAlign&quot;:&quot;TOP&quot;,&quot;_lastCaretLocation&quot;:{&quot;lineIndex&quot;:0,&quot;runIndex&quot;:-1,&quot;charIndex&quot;:-1,&quot;endOfLine&quot;:true}},&quot;size&quot;:{&quot;x&quot;:29.492243044574256,&quot;y&quot;:21.97382483383838},&quot;targetSize&quot;:{&quot;x&quot;:29.492243044574256,&quot;y&quot;:2},&quot;format&quot;:&quot;BETTER_TEXT&quot;,&quot;verticalAlign&quot;:&quot;TOP&quot;},&quot;parent&quot;:{&quot;type&quot;:&quot;CHILD&quot;,&quot;parentId&quot;:&quot;6a848848-c6d7-4c7a-8912-14d12b0651c9&quot;,&quot;order&quot;:&quot;5&quot;}},&quot;b2af055a-76ef-459e-9a3c-5f69fc0188dc&quot;:{&quot;type&quot;:&quot;FIGURE_OBJECT&quot;,&quot;id&quot;:&quot;b2af055a-76ef-459e-9a3c-5f69fc0188dc&quot;,&quot;relativeTransform&quot;:{&quot;translate&quot;:{&quot;x&quot;:102.8418565742129,&quot;y&quot;:-41.916837256029794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14.30470867335387,&quot;y&quot;:35.07918411705311},&quot;cornerRounding&quot;:{&quot;type&quot;:&quot;ARC_LENGTH&quot;,&quot;global&quot;:0}},&quot;pathStyles&quot;:[{&quot;type&quot;:&quot;FILL&quot;,&quot;fillStyle&quot;:&quot;rgba(23,23,23,1)&quot;},{&quot;type&quot;:&quot;STROKE&quot;,&quot;strokeStyle&quot;:&quot;rgb(74, 72, 73)&quot;,&quot;lineWidth&quot;:0,&quot;lineJoin&quot;:&quot;round&quot;}],&quot;isLocked&quot;:false,&quot;parent&quot;:{&quot;type&quot;:&quot;CHILD&quot;,&quot;parentId&quot;:&quot;5152bf38-3fb1-4160-bf49-67bc576fd7df&quot;,&quot;order&quot;:&quot;3&quot;}},&quot;ff3e9f62-144a-4696-ae28-e72a04fee4ff&quot;:{&quot;type&quot;:&quot;FIGURE_OBJECT&quot;,&quot;id&quot;:&quot;ff3e9f62-144a-4696-ae28-e72a04fee4f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a(255,255,255,1)&quot;,&quot;fontWeight&quot;:&quot;normal&quot;,&quot;fontStyle&quot;:&quot;normal&quot;,&quot;decoration&quot;:&quot;none&quot;,&quot;script&quot;:&quot;none&quot;},&quot;range&quot;:[0,3]}],&quot;text&quot;:&quot;Gene&quot;,&quot;baseStyle&quot;:{&quot;fontFamily&quot;:&quot;Roboto&quot;,&quot;fontSize&quot;:18.16931882683621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00.58814363255141,&quot;y&quot;:21.97382483383838},&quot;targetSize&quot;:{&quot;x&quot;:100.58814363255141,&quot;y&quot;:2},&quot;format&quot;:&quot;BETTER_TEXT&quot;,&quot;verticalAlign&quot;:&quot;TOP&quot;},&quot;parent&quot;:{&quot;type&quot;:&quot;CHILD&quot;,&quot;parentId&quot;:&quot;b2af055a-76ef-459e-9a3c-5f69fc0188dc&quot;,&quot;order&quot;:&quot;5&quot;}},&quot;381fef0a-a76d-4504-8cf9-a7c76a5e4149&quot;:{&quot;type&quot;:&quot;FIGURE_OBJECT&quot;,&quot;id&quot;:&quot;381fef0a-a76d-4504-8cf9-a7c76a5e4149&quot;,&quot;relativeTransform&quot;:{&quot;translate&quot;:{&quot;x&quot;:-87.67079059638542,&quot;y&quot;:-43.4717378815738},&quot;rotate&quot;:0,&quot;skewX&quot;:0,&quot;scale&quot;:{&quot;x&quot;:1,&quot;y&quot;:1}},&quot;layout&quot;:{&quot;sizeRatio&quot;:{&quot;x&quot;:0.9922490223683361,&quot;y&quot;:0.982776173330667},&quot;keepAspectRatio&quot;:false},&quot;opacity&quot;:1,&quot;path&quot;:{&quot;type&quot;:&quot;RECT&quot;,&quot;size&quot;:{&quot;x&quot;:103.41090282548696,&quot;y&quot;:35.07918411705311},&quot;cornerRounding&quot;:{&quot;type&quot;:&quot;ARC_LENGTH&quot;,&quot;global&quot;:2.038592805254452}},&quot;pathStyles&quot;:[{&quot;type&quot;:&quot;FILL&quot;,&quot;fillStyle&quot;:&quot;rgba(129,134,137,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5152bf38-3fb1-4160-bf49-67bc576fd7df&quot;,&quot;order&quot;:&quot;35&quot;}},&quot;f923468e-9746-469b-a870-c5ac330f4e97&quot;:{&quot;type&quot;:&quot;FIGURE_OBJECT&quot;,&quot;id&quot;:&quot;f923468e-9746-469b-a870-c5ac330f4e9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a(255,255,255,1)&quot;,&quot;fontWeight&quot;:&quot;normal&quot;,&quot;fontStyle&quot;:&quot;normal&quot;,&quot;decoration&quot;:&quot;none&quot;,&quot;script&quot;:&quot;none&quot;},&quot;range&quot;:[0,8]}],&quot;text&quot;:&quot;Enhancers&quot;}],&quot;verticalAlign&quot;:&quot;TOP&quot;,&quot;_lastCaretLocation&quot;:{&quot;lineIndex&quot;:0,&quot;runIndex&quot;:-1,&quot;charIndex&quot;:-1,&quot;endOfLine&quot;:true}},&quot;size&quot;:{&quot;x&quot;:102.60936723081642,&quot;y&quot;:21.97382483383838},&quot;targetSize&quot;:{&quot;x&quot;:102.60936723081642,&quot;y&quot;:2},&quot;format&quot;:&quot;BETTER_TEXT&quot;,&quot;verticalAlign&quot;:&quot;TOP&quot;},&quot;parent&quot;:{&quot;type&quot;:&quot;CHILD&quot;,&quot;parentId&quot;:&quot;381fef0a-a76d-4504-8cf9-a7c76a5e4149&quot;,&quot;order&quot;:&quot;5&quot;}},&quot;ca650c0f-7038-457e-931d-5eff00a40001&quot;:{&quot;id&quot;:&quot;ca650c0f-7038-457e-931d-5eff00a40001&quot;,&quot;type&quot;:&quot;FIGURE_OBJECT&quot;,&quot;relativeTransform&quot;:{&quot;translate&quot;:{&quot;x&quot;:-6.0516616922735125,&quot;y&quot;:-197.0600902844992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9.378358656930484,&quot;color&quot;:&quot;black&quot;,&quot;fontWeight&quot;:&quot;bold&quot;,&quot;fontStyle&quot;:&quot;normal&quot;,&quot;decoration&quot;:&quot;none&quot;,&quot;script&quot;:&quot;none&quot;},&quot;range&quot;:[0,14]}],&quot;text&quot;:&quot;Gene regulation&quot;,&quot;baseStyle&quot;:{&quot;fontFamily&quot;:&quot;Roboto&quot;,&quot;fontSize&quot;:19.378358656930484,&quot;color&quot;:&quot;black&quot;,&quot;fontWeight&quot;:&quot;bold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81.9718144679724,&quot;y&quot;:21.97382483383838},&quot;targetSize&quot;:{&quot;x&quot;:181.9718144679724,&quot;y&quot;:21.97382483383838}},&quot;parent&quot;:{&quot;type&quot;:&quot;CHILD&quot;,&quot;parentId&quot;:&quot;5152bf38-3fb1-4160-bf49-67bc576fd7df&quot;,&quot;order&quot;:&quot;4&quot;}},&quot;189f14a5-6c81-48ea-b10d-6f8f08a88faf&quot;:{&quot;type&quot;:&quot;FIGURE_OBJECT&quot;,&quot;id&quot;:&quot;189f14a5-6c81-48ea-b10d-6f8f08a88faf&quot;,&quot;relativeTransform&quot;:{&quot;translate&quot;:{&quot;x&quot;:0.9270579859924624,&quot;y&quot;:-68.95031582705951},&quot;rotate&quot;:0,&quot;skewX&quot;:0,&quot;scale&quot;:{&quot;x&quot;:1,&quot;y&quot;:1}},&quot;opacity&quot;:1,&quot;path&quot;:{&quot;type&quot;:&quot;POLY_LINE&quot;,&quot;points&quot;:[{&quot;x&quot;:-139.2760797414169,&quot;y&quot;:0.615249407255575},{&quot;x&quot;:-115.28345382251457,&quot;y&quot;:-14.150736366878641},{&quot;x&quot;:-98.7188856524223,&quot;y&quot;:0},{&quot;x&quot;:-83.32423642532895,&quot;y&quot;:-12.304988145111915},{&quot;x&quot;:-83.32423642532895,&quot;y&quot;:0},{&quot;x&quot;:-44.10894029005055,&quot;y&quot;:-12.304988145111915},{&quot;x&quot;:0.7428057748808783,&quot;y&quot;:-12.304988145111915},{&quot;x&quot;:29.675089791864885,&quot;y&quot;:0},{&quot;x&quot;:57.51173574821466,&quot;y&quot;:-12.304988145111846},{&quot;x&quot;:66.97322407710365,&quot;y&quot;:0},{&quot;x&quot;:92.77643945337448,&quot;y&quot;:-14.765985774134355},{&quot;x&quot;:92.77643945337448,&quot;y&quot;:0},{&quot;x&quot;:110.8266191732287,&quot;y&quot;:-14.15073636687871},{&quot;x&quot;:142.87868805446647,&quot;y&quot;:-14.15073636687871},{&quot;x&quot;:157.84622411344156,&quot;y&quot;:-0.615249407255575}],&quot;closed&quot;:false,&quot;cornerRounding&quot;:{&quot;type&quot;:&quot;ARC_LENGTH&quot;,&quot;global&quot;:0},&quot;selectedObjectIds&quot;:[&quot;54920e7a-0b9b-45a1-ab0e-e9fa1d52b534&quot;]},&quot;pathStyles&quot;:[{&quot;type&quot;:&quot;FILL&quot;,&quot;fillStyle&quot;:&quot;rgba(0,0,0,0)&quot;},{&quot;type&quot;:&quot;STROKE&quot;,&quot;strokeStyle&quot;:&quot;rgba(192,56,48,1)&quot;,&quot;lineWidth&quot;:2.441536092648709,&quot;lineJoin&quot;:&quot;round&quot;}],&quot;isLocked&quot;:false,&quot;parent&quot;:{&quot;type&quot;:&quot;CHILD&quot;,&quot;parentId&quot;:&quot;5152bf38-3fb1-4160-bf49-67bc576fd7df&quot;,&quot;order&quot;:&quot;5&quot;},&quot;connectorInfo&quot;:{&quot;type&quot;:&quot;ELBOW&quot;,&quot;offset&quot;:{&quot;x&quot;:0,&quot;y&quot;:0},&quot;bending&quot;:-0.1,&quot;customized&quot;:true}},&quot;09abe51f-4e35-4c01-be7b-0626fcfc348a&quot;:{&quot;id&quot;:&quot;09abe51f-4e35-4c01-be7b-0626fcfc348a&quot;,&quot;type&quot;:&quot;FIGURE_OBJECT&quot;,&quot;relativeTransform&quot;:{&quot;translate&quot;:{&quot;x&quot;:184.66104146264075,&quot;y&quot;:-74.89803033380474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3.728684355784372,&quot;color&quot;:&quot;black&quot;,&quot;fontWeight&quot;:&quot;normal&quot;,&quot;fontStyle&quot;:&quot;normal&quot;,&quot;decoration&quot;:&quot;none&quot;,&quot;script&quot;:&quot;none&quot;},&quot;range&quot;:[0,7]}],&quot;text&quot;:&quot;Identity&quot;}],&quot;_lastCaretLocation&quot;:{&quot;lineIndex&quot;:0,&quot;runIndex&quot;:-1,&quot;charIndex&quot;:-1,&quot;endOfLine&quot;:true}},&quot;format&quot;:&quot;BETTER_TEXT&quot;,&quot;size&quot;:{&quot;x&quot;:49.336763014676414,&quot;y&quot;:15.56745390947613},&quot;targetSize&quot;:{&quot;x&quot;:49.336763014676414,&quot;y&quot;:15.56745390947613}},&quot;parent&quot;:{&quot;type&quot;:&quot;CHILD&quot;,&quot;parentId&quot;:&quot;5152bf38-3fb1-4160-bf49-67bc576fd7df&quot;,&quot;order&quot;:&quot;52&quot;}},&quot;c3453081-3502-46af-b298-2a8120099960&quot;:{&quot;id&quot;:&quot;c3453081-3502-46af-b298-2a8120099960&quot;,&quot;type&quot;:&quot;FIGURE_OBJECT&quot;,&quot;relativeTransform&quot;:{&quot;translate&quot;:{&quot;x&quot;:-61.19190898154733,&quot;y&quot;:-166.90819317982886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162492997401124,&quot;color&quot;:&quot;black&quot;,&quot;fontWeight&quot;:&quot;normal&quot;,&quot;fontStyle&quot;:&quot;normal&quot;,&quot;decoration&quot;:&quot;none&quot;,&quot;script&quot;:&quot;none&quot;},&quot;range&quot;:[0,6]}],&quot;text&quot;:&quot;Histone&quot;}],&quot;_lastCaretLocation&quot;:{&quot;lineIndex&quot;:0,&quot;runIndex&quot;:-1,&quot;charIndex&quot;:-1,&quot;endOfLine&quot;:true}},&quot;format&quot;:&quot;BETTER_TEXT&quot;,&quot;size&quot;:{&quot;x&quot;:40.12197874463476,&quot;y&quot;:11.5236199800718},&quot;targetSize&quot;:{&quot;x&quot;:40.12197874463476,&quot;y&quot;:11.5236199800718}},&quot;parent&quot;:{&quot;type&quot;:&quot;CHILD&quot;,&quot;parentId&quot;:&quot;5152bf38-3fb1-4160-bf49-67bc576fd7df&quot;,&quot;order&quot;:&quot;55&quot;}},&quot;1a378cf2-9d35-420d-bdaa-8f7ecd664eae&quot;:{&quot;type&quot;:&quot;FIGURE_OBJECT&quot;,&quot;id&quot;:&quot;1a378cf2-9d35-420d-bdaa-8f7ecd664eae&quot;,&quot;parent&quot;:{&quot;type&quot;:&quot;CHILD&quot;,&quot;parentId&quot;:&quot;5152bf38-3fb1-4160-bf49-67bc576fd7df&quot;,&quot;order&quot;:&quot;6&quot;},&quot;relativeTransform&quot;:{&quot;translate&quot;:{&quot;x&quot;:242.47566050831557,&quot;y&quot;:-356.16422535190213},&quot;rotate&quot;:0,&quot;skewX&quot;:0,&quot;scale&quot;:{&quot;x&quot;:1,&quot;y&quot;:1}}},&quot;c3547309-ce2a-4c48-8cd9-57a44856442a&quot;:{&quot;id&quot;:&quot;c3547309-ce2a-4c48-8cd9-57a44856442a&quot;,&quot;name&quot;:&quot;Generic protein (blob 1, surface)&quot;,&quot;displayName&quot;:&quot;&quot;,&quot;type&quot;:&quot;FIGURE_OBJECT&quot;,&quot;relativeTransform&quot;:{&quot;translate&quot;:{&quot;x&quot;:-360.6834362147172,&quot;y&quot;:212.66217005504933},&quot;rotate&quot;:0,&quot;skewX&quot;:0,&quot;scale&quot;:{&quot;x&quot;:0.42336932036443786,&quot;y&quot;:0.42336932036443786}},&quot;image&quot;:{&quot;url&quot;:&quot;https://icons.cdn.biorender.com/biorender/5e2b00e24f2cc000281aa379/5b33cf261b9d67001413a52d.png&quot;,&quot;isPremium&quot;:false,&quot;isOrgIcon&quot;:false,&quot;size&quot;:{&quot;x&quot;:100,&quot;y&quot;:100},&quot;fallbackUrl&quot;:&quot;sources/icons/5e2b00e24f2cc000281aa379/5b33cf261b9d67001413a52d.svg&quot;},&quot;source&quot;:{&quot;id&quot;:&quot;5b33cf261b9d67001413a52d&quot;,&quot;version&quot;:&quot;20200902205854&quot;,&quot;type&quot;:&quot;ASSETS&quot;},&quot;isPremium&quot;:false,&quot;parent&quot;:{&quot;type&quot;:&quot;CHILD&quot;,&quot;parentId&quot;:&quot;1a378cf2-9d35-420d-bdaa-8f7ecd664eae&quot;,&quot;order&quot;:&quot;2&quot;}},&quot;6d6eaac6-8764-44af-b45f-66bcdd5a2ce4&quot;:{&quot;id&quot;:&quot;6d6eaac6-8764-44af-b45f-66bcdd5a2ce4&quot;,&quot;type&quot;:&quot;FIGURE_OBJECT&quot;,&quot;relativeTransform&quot;:{&quot;translate&quot;:{&quot;x&quot;:-363.679500326179,&quot;y&quot;:212.66224726807005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.214612638371921,&quot;color&quot;:&quot;rgba(255,255,255,1)&quot;,&quot;fontWeight&quot;:&quot;normal&quot;,&quot;fontStyle&quot;:&quot;normal&quot;,&quot;decoration&quot;:&quot;none&quot;,&quot;script&quot;:&quot;none&quot;},&quot;range&quot;:[0,1]}],&quot;text&quot;:&quot;TF&quot;,&quot;baseStyle&quot;:{&quot;fontFamily&quot;:&quot;Roboto&quot;,&quot;fontSize&quot;:8.214612638371921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9.5208474820795,&quot;y&quot;:9.314847680810322},&quot;targetSize&quot;:{&quot;x&quot;:29.5208474820795,&quot;y&quot;:9.314847680810322}},&quot;parent&quot;:{&quot;type&quot;:&quot;CHILD&quot;,&quot;parentId&quot;:&quot;1a378cf2-9d35-420d-bdaa-8f7ecd664eae&quot;,&quot;order&quot;:&quot;5&quot;}},&quot;7b3cd97c-8b27-42cb-be86-b983ceabf05e&quot;:{&quot;type&quot;:&quot;FIGURE_OBJECT&quot;,&quot;id&quot;:&quot;7b3cd97c-8b27-42cb-be86-b983ceabf05e&quot;,&quot;parent&quot;:{&quot;type&quot;:&quot;CHILD&quot;,&quot;parentId&quot;:&quot;5152bf38-3fb1-4160-bf49-67bc576fd7df&quot;,&quot;order&quot;:&quot;57&quot;},&quot;relativeTransform&quot;:{&quot;translate&quot;:{&quot;x&quot;:-219.33161037334315,&quot;y&quot;:-444.81146470571156},&quot;rotate&quot;:-1.0909895078760363,&quot;skewX&quot;:0,&quot;scale&quot;:{&quot;x&quot;:1,&quot;y&quot;:1}}},&quot;20b1478a-71c8-4980-bac5-2005fbab56bb&quot;:{&quot;id&quot;:&quot;20b1478a-71c8-4980-bac5-2005fbab56bb&quot;,&quot;name&quot;:&quot;Generic protein (blob 1, surface)&quot;,&quot;displayName&quot;:&quot;&quot;,&quot;type&quot;:&quot;FIGURE_OBJECT&quot;,&quot;relativeTransform&quot;:{&quot;translate&quot;:{&quot;x&quot;:-332.0291836579305,&quot;y&quot;:286.906072979398},&quot;rotate&quot;:0,&quot;skewX&quot;:-7.424294940170542e-17,&quot;scale&quot;:{&quot;x&quot;:0.42336932036443786,&quot;y&quot;:0.42336932036443786}},&quot;image&quot;:{&quot;url&quot;:&quot;https://icons.cdn.biorender.com/biorender/5e2b00e24f2cc000281aa3a7/5b33cf261b9d67001413a52d.png&quot;,&quot;isPremium&quot;:false,&quot;isOrgIcon&quot;:false,&quot;size&quot;:{&quot;x&quot;:100,&quot;y&quot;:100},&quot;fallbackUrl&quot;:&quot;sources/icons/5e2b00e24f2cc000281aa3a7/5b33cf261b9d67001413a52d.svg&quot;},&quot;source&quot;:{&quot;id&quot;:&quot;5b33cf261b9d67001413a52d&quot;,&quot;version&quot;:&quot;20200902205854&quot;,&quot;type&quot;:&quot;ASSETS&quot;},&quot;isPremium&quot;:false,&quot;parent&quot;:{&quot;type&quot;:&quot;CHILD&quot;,&quot;parentId&quot;:&quot;7b3cd97c-8b27-42cb-be86-b983ceabf05e&quot;,&quot;order&quot;:&quot;2&quot;}},&quot;6ea256e3-5421-4f2b-a5c0-134a66aca3e9&quot;:{&quot;id&quot;:&quot;6ea256e3-5421-4f2b-a5c0-134a66aca3e9&quot;,&quot;type&quot;:&quot;FIGURE_OBJECT&quot;,&quot;relativeTransform&quot;:{&quot;translate&quot;:{&quot;x&quot;:-332.22859602448983,&quot;y&quot;:287.0100286896534},&quot;rotate&quot;:1.0909895078760359,&quot;skewX&quot;:-1.4899576327011669e-16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.214612638371921,&quot;color&quot;:&quot;rgba(255,255,255,1)&quot;,&quot;fontWeight&quot;:&quot;normal&quot;,&quot;fontStyle&quot;:&quot;normal&quot;,&quot;decoration&quot;:&quot;none&quot;,&quot;script&quot;:&quot;none&quot;},&quot;range&quot;:[0,1]}],&quot;text&quot;:&quot;TF&quot;}],&quot;_lastCaretLocation&quot;:{&quot;lineIndex&quot;:0,&quot;runIndex&quot;:-1,&quot;charIndex&quot;:-1,&quot;endOfLine&quot;:true}},&quot;format&quot;:&quot;BETTER_TEXT&quot;,&quot;size&quot;:{&quot;x&quot;:29.5208474820795,&quot;y&quot;:9.766144370594839},&quot;targetSize&quot;:{&quot;x&quot;:29.5208474820795,&quot;y&quot;:9.766144370594839}},&quot;parent&quot;:{&quot;type&quot;:&quot;CHILD&quot;,&quot;parentId&quot;:&quot;7b3cd97c-8b27-42cb-be86-b983ceabf05e&quot;,&quot;order&quot;:&quot;5&quot;}},&quot;e9bdbfdc-3ba6-4bfe-962b-371d7ce5f392&quot;:{&quot;id&quot;:&quot;e9bdbfdc-3ba6-4bfe-962b-371d7ce5f392&quot;,&quot;type&quot;:&quot;FIGURE_OBJECT&quot;,&quot;relativeTransform&quot;:{&quot;translate&quot;:{&quot;x&quot;:-64.70715832460809,&quot;y&quot;:10.834147421973967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162492997401124,&quot;color&quot;:&quot;black&quot;,&quot;fontWeight&quot;:&quot;normal&quot;,&quot;fontStyle&quot;:&quot;normal&quot;,&quot;decoration&quot;:&quot;none&quot;,&quot;script&quot;:&quot;none&quot;},&quot;range&quot;:[0,6]}],&quot;text&quot;:&quot;Histone&quot;}],&quot;_lastCaretLocation&quot;:{&quot;lineIndex&quot;:0,&quot;runIndex&quot;:-1,&quot;charIndex&quot;:-1,&quot;endOfLine&quot;:true}},&quot;format&quot;:&quot;BETTER_TEXT&quot;,&quot;size&quot;:{&quot;x&quot;:40.12197874463476,&quot;y&quot;:11.5236199800718},&quot;targetSize&quot;:{&quot;x&quot;:40.12197874463476,&quot;y&quot;:11.5236199800718}},&quot;parent&quot;:{&quot;type&quot;:&quot;CHILD&quot;,&quot;parentId&quot;:&quot;5152bf38-3fb1-4160-bf49-67bc576fd7df&quot;,&quot;order&quot;:&quot;62&quot;}},&quot;faf160ed-b88f-45c5-8976-3b03f943a877&quot;:{&quot;relativeTransform&quot;:{&quot;translate&quot;:{&quot;x&quot;:23.115090709983008,&quot;y&quot;:-147.73755753560516},&quot;rotate&quot;:0,&quot;skewX&quot;:0,&quot;scale&quot;:{&quot;x&quot;:1,&quot;y&quot;:1}},&quot;type&quot;:&quot;FIGURE_OBJECT&quot;,&quot;id&quot;:&quot;faf160ed-b88f-45c5-8976-3b03f943a877&quot;,&quot;opacity&quot;:1,&quot;path&quot;:{&quot;type&quot;:&quot;POLY_LINE&quot;,&quot;points&quot;:[{&quot;x&quot;:23.79380929062042,&quot;y&quot;:21.03657567182318},{&quot;x&quot;:23.79380929062042,&quot;y&quot;:0},{&quot;x&quot;:51.06116738279126,&quot;y&quot;:0}],&quot;closed&quot;:false},&quot;pathStyles&quot;:[{&quot;type&quot;:&quot;FILL&quot;,&quot;fillStyle&quot;:&quot;rgba(0,0,0,0)&quot;},{&quot;type&quot;:&quot;STROKE&quot;,&quot;strokeStyle&quot;:&quot;#232323&quot;,&quot;lineWidth&quot;:2.441536092648709,&quot;lineJoin&quot;:&quot;round&quot;}],&quot;pathMarkers&quot;:{&quot;markerEnd&quot;:{&quot;type&quot;:&quot;PATH&quot;,&quot;units&quot;:{&quot;type&quot;:&quot;STROKE_WIDTH&quot;,&quot;scale&quot;:1.4000000000000001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,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5152bf38-3fb1-4160-bf49-67bc576fd7df&quot;,&quot;order&quot;:&quot;65&quot;},&quot;connectorInfo&quot;:{&quot;connectedObjects&quot;:[],&quot;type&quot;:&quot;LINE&quot;,&quot;offset&quot;:{&quot;x&quot;:0,&quot;y&quot;:0},&quot;bending&quot;:0.1,&quot;firstElementIsHead&quot;:true,&quot;customized&quot;:true},&quot;name&quot;:&quot;SBOL (promoter)&quot;,&quot;displayName&quot;:&quot;SBOL (promoter)&quot;,&quot;source&quot;:{&quot;id&quot;:&quot;63d95cc5d664bafc2d9ec7c0&quot;,&quot;type&quot;:&quot;ASSETS&quot;},&quot;isPremium&quot;:true},&quot;84f3c35a-a0bf-45e5-9a3e-c776402af4b6&quot;:{&quot;relativeTransform&quot;:{&quot;translate&quot;:{&quot;x&quot;:46.909500925847965,&quot;y&quot;:19.318028539106194},&quot;rotate&quot;:-1.5707963267948966,&quot;skewX&quot;:0,&quot;scale&quot;:{&quot;x&quot;:1,&quot;y&quot;:1}},&quot;type&quot;:&quot;FIGURE_OBJECT&quot;,&quot;id&quot;:&quot;84f3c35a-a0bf-45e5-9a3e-c776402af4b6&quot;,&quot;opacity&quot;:1,&quot;path&quot;:{&quot;type&quot;:&quot;POLY_LINE&quot;,&quot;points&quot;:[{&quot;x&quot;:19.792622835248128,&quot;y&quot;:25.551922705511615},{&quot;x&quot;:19.792622835248128,&quot;y&quot;:0},{&quot;x&quot;:42.47467966104344,&quot;y&quot;:0}],&quot;closed&quot;:false},&quot;pathStyles&quot;:[{&quot;type&quot;:&quot;FILL&quot;,&quot;fillStyle&quot;:&quot;rgba(0,0,0,0)&quot;},{&quot;type&quot;:&quot;STROKE&quot;,&quot;strokeStyle&quot;:&quot;#232323&quot;,&quot;lineWidth&quot;:2.441536092648709,&quot;lineJoin&quot;:&quot;round&quot;}],&quot;pathMarkers&quot;:{&quot;markerStart&quot;:{&quot;type&quot;:&quot;PATH&quot;,&quot;units&quot;:{&quot;type&quot;:&quot;STROKE_WIDTH&quot;,&quot;scale&quot;:1.4000000000000001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5152bf38-3fb1-4160-bf49-67bc576fd7df&quot;,&quot;order&quot;:&quot;7&quot;},&quot;connectorInfo&quot;:{&quot;connectedObjects&quot;:[],&quot;type&quot;:&quot;LINE&quot;,&quot;offset&quot;:{&quot;x&quot;:0,&quot;y&quot;:0},&quot;bending&quot;:0.1,&quot;firstElementIsHead&quot;:true,&quot;customized&quot;:true},&quot;name&quot;:&quot;SBOL (promoter)&quot;,&quot;displayName&quot;:&quot;SBOL (promoter)&quot;,&quot;source&quot;:{&quot;id&quot;:&quot;63d95cc5d664bafc2d9ec7c0&quot;,&quot;type&quot;:&quot;ASSETS&quot;},&quot;isPremium&quot;:true},&quot;ef37600c-79f2-40bb-9602-d2e5b32852c3&quot;:{&quot;id&quot;:&quot;ef37600c-79f2-40bb-9602-d2e5b32852c3&quot;,&quot;type&quot;:&quot;FIGURE_OBJECT&quot;,&quot;relativeTransform&quot;:{&quot;translate&quot;:{&quot;x&quot;:51.20467405117881,&quot;y&quot;:-159.24158419272578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162492997401124,&quot;color&quot;:&quot;black&quot;,&quot;fontWeight&quot;:&quot;normal&quot;,&quot;fontStyle&quot;:&quot;normal&quot;,&quot;decoration&quot;:&quot;none&quot;,&quot;script&quot;:&quot;none&quot;},&quot;range&quot;:[0,2]}],&quot;text&quot;:&quot;TSS&quot;}],&quot;_lastCaretLocation&quot;:{&quot;lineIndex&quot;:0,&quot;runIndex&quot;:-1,&quot;charIndex&quot;:-1,&quot;endOfLine&quot;:true}},&quot;format&quot;:&quot;BETTER_TEXT&quot;,&quot;size&quot;:{&quot;x&quot;:40.12197874463476,&quot;y&quot;:12.207680463243545},&quot;targetSize&quot;:{&quot;x&quot;:40.12197874463476,&quot;y&quot;:12.207680463243545}},&quot;parent&quot;:{&quot;type&quot;:&quot;CHILD&quot;,&quot;parentId&quot;:&quot;5152bf38-3fb1-4160-bf49-67bc576fd7df&quot;,&quot;order&quot;:&quot;72&quot;}},&quot;50cd44a0-b0dd-424c-bb64-44af8a3d4993&quot;:{&quot;id&quot;:&quot;50cd44a0-b0dd-424c-bb64-44af8a3d4993&quot;,&quot;type&quot;:&quot;FIGURE_OBJECT&quot;,&quot;relativeTransform&quot;:{&quot;translate&quot;:{&quot;x&quot;:53.62047905178804,&quot;y&quot;:11.671771802295325},&quot;rotate&quot;:0,&quot;skewX&quot;:0,&quot;scale&quot;:{&quot;x&quot;:1,&quot;y&quot;:1}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10.162492997401124,&quot;color&quot;:&quot;black&quot;,&quot;fontWeight&quot;:&quot;normal&quot;,&quot;fontStyle&quot;:&quot;normal&quot;,&quot;decoration&quot;:&quot;none&quot;,&quot;script&quot;:&quot;none&quot;},&quot;range&quot;:[0,2]}],&quot;text&quot;:&quot;TSS&quot;}],&quot;_lastCaretLocation&quot;:{&quot;lineIndex&quot;:0,&quot;runIndex&quot;:-1,&quot;charIndex&quot;:-1,&quot;endOfLine&quot;:true}},&quot;format&quot;:&quot;BETTER_TEXT&quot;,&quot;size&quot;:{&quot;x&quot;:40.12197874463476,&quot;y&quot;:12.207680463243545},&quot;targetSize&quot;:{&quot;x&quot;:40.12197874463476,&quot;y&quot;:12.207680463243545}},&quot;parent&quot;:{&quot;type&quot;:&quot;CHILD&quot;,&quot;parentId&quot;:&quot;5152bf38-3fb1-4160-bf49-67bc576fd7df&quot;,&quot;order&quot;:&quot;75&quot;}},&quot;c998af16-4a7c-476e-8174-0554943b6d0f&quot;:{&quot;type&quot;:&quot;FIGURE_OBJECT&quot;,&quot;id&quot;:&quot;c998af16-4a7c-476e-8174-0554943b6d0f&quot;,&quot;parent&quot;:{&quot;type&quot;:&quot;CHILD&quot;,&quot;parentId&quot;:&quot;5152bf38-3fb1-4160-bf49-67bc576fd7df&quot;,&quot;order&quot;:&quot;77&quot;},&quot;relativeTransform&quot;:{&quot;translate&quot;:{&quot;x&quot;:-86.22982085866232,&quot;y&quot;:-447.47808494549383},&quot;rotate&quot;:-1.0909895078760363,&quot;skewX&quot;:0,&quot;scale&quot;:{&quot;x&quot;:1,&quot;y&quot;:1}}},&quot;2726d096-ac86-4f0d-bcbb-c1a3e7c5e446&quot;:{&quot;id&quot;:&quot;2726d096-ac86-4f0d-bcbb-c1a3e7c5e446&quot;,&quot;name&quot;:&quot;Generic protein (blob 1, surface)&quot;,&quot;displayName&quot;:&quot;&quot;,&quot;type&quot;:&quot;FIGURE_OBJECT&quot;,&quot;relativeTransform&quot;:{&quot;translate&quot;:{&quot;x&quot;:-338.2310024647372,&quot;y&quot;:292.2650581733737},&quot;rotate&quot;:0,&quot;skewX&quot;:-7.42429494017054e-17,&quot;scale&quot;:{&quot;x&quot;:0.43127723913330784,&quot;y&quot;:0.43127723913330784}},&quot;image&quot;:{&quot;url&quot;:&quot;https://icons.cdn.biorender.com/biorender/5e2b00e24f2cc000281aa383/5b33cf261b9d67001413a52d.png&quot;,&quot;isPremium&quot;:false,&quot;isOrgIcon&quot;:false,&quot;size&quot;:{&quot;x&quot;:100,&quot;y&quot;:100},&quot;fallbackUrl&quot;:&quot;sources/icons/5e2b00e24f2cc000281aa383/5b33cf261b9d67001413a52d.svg&quot;},&quot;source&quot;:{&quot;id&quot;:&quot;5b33cf261b9d67001413a52d&quot;,&quot;version&quot;:&quot;20200902205854&quot;,&quot;type&quot;:&quot;ASSETS&quot;},&quot;isPremium&quot;:false,&quot;parent&quot;:{&quot;type&quot;:&quot;CHILD&quot;,&quot;parentId&quot;:&quot;c998af16-4a7c-476e-8174-0554943b6d0f&quot;,&quot;order&quot;:&quot;2&quot;}},&quot;1eddba97-c436-4d04-b5bb-eef54b5c19f4&quot;:{&quot;id&quot;:&quot;1eddba97-c436-4d04-b5bb-eef54b5c19f4&quot;,&quot;type&quot;:&quot;FIGURE_OBJECT&quot;,&quot;relativeTransform&quot;:{&quot;translate&quot;:{&quot;x&quot;:-338.2302316354051,&quot;y&quot;:292.26484900864045},&quot;rotate&quot;:1.0909895078760359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.36804956999951,&quot;color&quot;:&quot;black&quot;,&quot;fontWeight&quot;:&quot;normal&quot;,&quot;fontStyle&quot;:&quot;normal&quot;,&quot;decoration&quot;:&quot;none&quot;,&quot;script&quot;:&quot;none&quot;},&quot;range&quot;:[0,1]}],&quot;text&quot;:&quot;TF&quot;}],&quot;_lastCaretLocation&quot;:{&quot;lineIndex&quot;:0,&quot;runIndex&quot;:-1,&quot;charIndex&quot;:-1,&quot;endOfLine&quot;:true}},&quot;format&quot;:&quot;BETTER_TEXT&quot;,&quot;size&quot;:{&quot;x&quot;:30.072253672012035,&quot;y&quot;:9.488835391447545},&quot;targetSize&quot;:{&quot;x&quot;:30.072253672012035,&quot;y&quot;:9.488835391447545}},&quot;parent&quot;:{&quot;type&quot;:&quot;CHILD&quot;,&quot;parentId&quot;:&quot;c998af16-4a7c-476e-8174-0554943b6d0f&quot;,&quot;order&quot;:&quot;5&quot;}},&quot;b6435a2f-f84c-4158-864c-52f6dba52026&quot;:{&quot;type&quot;:&quot;FIGURE_OBJECT&quot;,&quot;id&quot;:&quot;b6435a2f-f84c-4158-864c-52f6dba52026&quot;,&quot;parent&quot;:{&quot;type&quot;:&quot;CHILD&quot;,&quot;parentId&quot;:&quot;5152bf38-3fb1-4160-bf49-67bc576fd7df&quot;,&quot;order&quot;:&quot;8&quot;},&quot;relativeTransform&quot;:{&quot;translate&quot;:{&quot;x&quot;:208.45745674043872,&quot;y&quot;:218.34543691368947},&quot;rotate&quot;:1.7872213694268357,&quot;skewX&quot;:0,&quot;scale&quot;:{&quot;x&quot;:1,&quot;y&quot;:1}}},&quot;c9d470bc-c1ad-429d-8fdc-ee2b6ff4f49a&quot;:{&quot;id&quot;:&quot;c9d470bc-c1ad-429d-8fdc-ee2b6ff4f49a&quot;,&quot;name&quot;:&quot;Generic protein (blob 1, surface)&quot;,&quot;displayName&quot;:&quot;&quot;,&quot;type&quot;:&quot;FIGURE_OBJECT&quot;,&quot;relativeTransform&quot;:{&quot;translate&quot;:{&quot;x&quot;:-300.8657284693682,&quot;y&quot;:259.97776369610557},&quot;rotate&quot;:0,&quot;skewX&quot;:-7.424294940170539e-17,&quot;scale&quot;:{&quot;x&quot;:0.3836329011194902,&quot;y&quot;:0.3836329011194902}},&quot;image&quot;:{&quot;url&quot;:&quot;https://icons.cdn.biorender.com/biorender/5e2b00e24f2cc000281aa383/5b33cf261b9d67001413a52d.png&quot;,&quot;isPremium&quot;:false,&quot;isOrgIcon&quot;:false,&quot;size&quot;:{&quot;x&quot;:100,&quot;y&quot;:100},&quot;fallbackUrl&quot;:&quot;sources/icons/5e2b00e24f2cc000281aa383/5b33cf261b9d67001413a52d.svg&quot;},&quot;source&quot;:{&quot;id&quot;:&quot;5b33cf261b9d67001413a52d&quot;,&quot;version&quot;:&quot;20200902205854&quot;,&quot;type&quot;:&quot;ASSETS&quot;},&quot;isPremium&quot;:false,&quot;parent&quot;:{&quot;type&quot;:&quot;CHILD&quot;,&quot;parentId&quot;:&quot;b6435a2f-f84c-4158-864c-52f6dba52026&quot;,&quot;order&quot;:&quot;2&quot;}},&quot;9236a461-c462-4c3a-98c2-65a838018e64&quot;:{&quot;id&quot;:&quot;9236a461-c462-4c3a-98c2-65a838018e64&quot;,&quot;type&quot;:&quot;FIGURE_OBJECT&quot;,&quot;relativeTransform&quot;:{&quot;translate&quot;:{&quot;x&quot;:-300.8650427955924,&quot;y&quot;:259.977577638354},&quot;rotate&quot;:-1.787221369426836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7.443608987346358,&quot;color&quot;:&quot;black&quot;,&quot;fontWeight&quot;:&quot;normal&quot;,&quot;fontStyle&quot;:&quot;normal&quot;,&quot;decoration&quot;:&quot;none&quot;,&quot;script&quot;:&quot;none&quot;},&quot;range&quot;:[0,1]}],&quot;text&quot;:&quot;TF&quot;}],&quot;_lastCaretLocation&quot;:{&quot;lineIndex&quot;:0,&quot;runIndex&quot;:-1,&quot;charIndex&quot;:-1,&quot;endOfLine&quot;:true}},&quot;format&quot;:&quot;BETTER_TEXT&quot;,&quot;size&quot;:{&quot;x&quot;:26.75009222044575,&quot;y&quot;:8.440578632857367},&quot;targetSize&quot;:{&quot;x&quot;:26.75009222044575,&quot;y&quot;:8.440578632857367}},&quot;parent&quot;:{&quot;type&quot;:&quot;CHILD&quot;,&quot;parentId&quot;:&quot;b6435a2f-f84c-4158-864c-52f6dba52026&quot;,&quot;order&quot;:&quot;5&quot;}},&quot;d95aad42-bdb9-482b-954f-500851cbb146&quot;:{&quot;type&quot;:&quot;FIGURE_OBJECT&quot;,&quot;id&quot;:&quot;d95aad42-bdb9-482b-954f-500851cbb146&quot;,&quot;name&quot;:&quot;Nucleosome (short)&quot;,&quot;relativeTransform&quot;:{&quot;translate&quot;:{&quot;x&quot;:-15.665155302907749,&quot;y&quot;:-138.46185871582747},&quot;rotate&quot;:6.283185307179586,&quot;skewX&quot;:0,&quot;scale&quot;:{&quot;x&quot;:-0.4000970648862144,&quot;y&quot;:0.4000970648862144}},&quot;opacity&quot;:0.23,&quot;image&quot;:{&quot;url&quot;:&quot;https://icons.cdn.biorender.com/biorender/5e9f44c684ddf500287c77a4/5a957b945e506d00147f11be.png&quot;,&quot;size&quot;:{&quot;x&quot;:167,&quot;y&quot;:171},&quot;isPremium&quot;:false,&quot;fallbackUrl&quot;:&quot;sources/icons/5e9f44c684ddf500287c77a4/5a957b945e506d00147f11be.svg&quot;},&quot;source&quot;:{&quot;id&quot;:&quot;5a957b945e506d00147f11be&quot;,&quot;type&quot;:&quot;ASSETS&quot;},&quot;pathStyles&quot;:[{&quot;type&quot;:&quot;FILL&quot;,&quot;fillStyle&quot;:&quot;rgb(0,0,0)&quot;}],&quot;isLocked&quot;:false,&quot;parent&quot;:{&quot;type&quot;:&quot;CHILD&quot;,&quot;parentId&quot;:&quot;5152bf38-3fb1-4160-bf49-67bc576fd7df&quot;,&quot;order&quot;:&quot;07&quot;}},&quot;a18ad336-a305-4a22-8468-88383e32c405&quot;:{&quot;type&quot;:&quot;FIGURE_OBJECT&quot;,&quot;id&quot;:&quot;a18ad336-a305-4a22-8468-88383e32c405&quot;,&quot;name&quot;:&quot;Nucleosome (short)&quot;,&quot;relativeTransform&quot;:{&quot;translate&quot;:{&quot;x&quot;:-14.914494150247208,&quot;y&quot;:-11.287206525364354},&quot;rotate&quot;:3.055653482703127,&quot;skewX&quot;:-3.251028522451797e-17,&quot;scale&quot;:{&quot;x&quot;:0.4000970648862146,&quot;y&quot;:0.4000970648862145}},&quot;opacity&quot;:0.23,&quot;image&quot;:{&quot;url&quot;:&quot;https://icons.cdn.biorender.com/biorender/5e9f44c684ddf500287c77a4/5a957b945e506d00147f11be.png&quot;,&quot;size&quot;:{&quot;x&quot;:167,&quot;y&quot;:171},&quot;isPremium&quot;:false,&quot;fallbackUrl&quot;:&quot;sources/icons/5e9f44c684ddf500287c77a4/5a957b945e506d00147f11be.svg&quot;},&quot;source&quot;:{&quot;id&quot;:&quot;5a957b945e506d00147f11be&quot;,&quot;type&quot;:&quot;ASSETS&quot;},&quot;pathStyles&quot;:[{&quot;type&quot;:&quot;FILL&quot;,&quot;fillStyle&quot;:&quot;rgb(0,0,0)&quot;}],&quot;isLocked&quot;:false,&quot;parent&quot;:{&quot;type&quot;:&quot;CHILD&quot;,&quot;parentId&quot;:&quot;5152bf38-3fb1-4160-bf49-67bc576fd7df&quot;,&quot;order&quot;:&quot;05&quot;}},&quot;08b7ab2f-9c9e-4c94-a072-e89221430621&quot;:{&quot;type&quot;:&quot;FIGURE_OBJECT&quot;,&quot;id&quot;:&quot;08b7ab2f-9c9e-4c94-a072-e89221430621&quot;,&quot;name&quot;:&quot;dsDNA brush 3 (straight)&quot;,&quot;relativeTransform&quot;:{&quot;translate&quot;:{&quot;x&quot;:75.409288804857,&quot;y&quot;:-107.82296074725508},&quot;rotate&quot;:0,&quot;skewX&quot;:0,&quot;scale&quot;:{&quot;x&quot;:1,&quot;y&quot;:1}},&quot;opacity&quot;:1,&quot;source&quot;:{&quot;id&quot;:&quot;5e75575f52bb9000abea6260&quot;,&quot;type&quot;:&quot;ASSETS&quot;},&quot;path&quot;:{&quot;type&quot;:&quot;POLY_LINE&quot;,&quot;points&quot;:[{&quot;x&quot;:-231.750538082389,&quot;y&quot;:0},{&quot;x&quot;:118.11691736384809,&quot;y&quot;:0}],&quot;closed&quot;:false},&quot;pathStyles&quot;:[{&quot;type&quot;:&quot;FILL&quot;,&quot;fillStyle&quot;:&quot;rgba(0,0,0,0)&quot;},{&quot;type&quot;:&quot;STROKE&quot;,&quot;strokeStyle&quot;:&quot;rgba(0,0,0,0)&quot;,&quot;lineWidth&quot;:23.1301258231562,&quot;lineJoin&quot;:&quot;round&quot;}],&quot;pathSmoothing&quot;:{&quot;type&quot;:&quot;CATMULL_SMOOTHING&quot;,&quot;smoothing&quot;:0.2},&quot;pathPattern&quot;:{&quot;type&quot;:&quot;ROW&quot;,&quot;patternId&quot;:&quot;c5ac7be3-7557-4563-b86c-134442dd4399&quot;,&quot;patternTransform&quot;:{&quot;translate&quot;:{&quot;x&quot;:-0.00002540549651012527,&quot;y&quot;:-0.5},&quot;rotate&quot;:0,&quot;skewX&quot;:0,&quot;scale&quot;:{&quot;x&quot;:0.005076142131979695,&quot;y&quot;:0.005076142131979695}},&quot;xUnits&quot;:&quot;STROKE_WIDTH&quot;,&quot;yUnits&quot;:&quot;STROKE_WIDTH&quot;,&quot;bending&quot;:true,&quot;repeat&quot;:{&quot;distance&quot;:1.8661421567655458,&quot;align&quot;:&quot;CENTER&quot;},&quot;isPremium&quot;:true},&quot;isLocked&quot;:false,&quot;parent&quot;:{&quot;type&quot;:&quot;CHILD&quot;,&quot;parentId&quot;:&quot;5152bf38-3fb1-4160-bf49-67bc576fd7df&quot;,&quot;order&quot;:&quot;02&quot;},&quot;isPremium&quot;:true},&quot;b6d13145-52a6-47be-b418-3b2a3cdd0713&quot;:{&quot;relativeTransform&quot;:{&quot;translate&quot;:{&quot;x&quot;:-3.272442425630345,&quot;y&quot;:-165.1066640288393},&quot;rotate&quot;:0,&quot;skewX&quot;:0,&quot;scale&quot;:{&quot;x&quot;:1,&quot;y&quot;:1}},&quot;type&quot;:&quot;FIGURE_OBJECT&quot;,&quot;id&quot;:&quot;b6d13145-52a6-47be-b418-3b2a3cdd0713&quot;,&quot;name&quot;:&quot;Methylation (pathway)&quot;,&quot;displayName&quot;:&quot;Methylation (pathway)&quot;,&quot;layout&quot;:{&quot;sizeRatio&quot;:{&quot;x&quot;:0.88,&quot;y&quot;:0.88},&quot;keepAspectRatio&quot;:true},&quot;opacity&quot;:1,&quot;path&quot;:{&quot;type&quot;:&quot;ELLIPSE&quot;,&quot;size&quot;:{&quot;x&quot;:13.391798207480445,&quot;y&quot;:13.391798207480448}},&quot;pathStyles&quot;:[{&quot;type&quot;:&quot;FILL&quot;,&quot;fillStyle&quot;:&quot;rgba(200, 77, 76, 1)&quot;},{&quot;type&quot;:&quot;STROKE&quot;,&quot;strokeStyle&quot;:&quot;rgba(107, 21, 25, 1)&quot;,&quot;lineWidth&quot;:0.5822520959774107,&quot;lineJoin&quot;:&quot;round&quot;}],&quot;isLocked&quot;:false,&quot;parent&quot;:{&quot;type&quot;:&quot;CHILD&quot;,&quot;parentId&quot;:&quot;5152bf38-3fb1-4160-bf49-67bc576fd7df&quot;,&quot;order&quot;:&quot;85&quot;},&quot;source&quot;:{&quot;id&quot;:&quot;67f815135b55c10655886257&quot;,&quot;type&quot;:&quot;ASSETS&quot;},&quot;isPremium&quot;:false},&quot;ec0fc458-5bba-4fad-865b-ddb4ae7f5b05&quot;:{&quot;type&quot;:&quot;FIGURE_OBJECT&quot;,&quot;id&quot;:&quot;ec0fc458-5bba-4fad-865b-ddb4ae7f5b0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434352895789165,&quot;color&quot;:&quot;rgba(255,255,255,1)&quot;,&quot;fontWeight&quot;:&quot;normal&quot;,&quot;fontStyle&quot;:&quot;normal&quot;,&quot;decoration&quot;:&quot;none&quot;,&quot;script&quot;:&quot;none&quot;}}],&quot;verticalAlign&quot;:&quot;TOP&quot;},&quot;size&quot;:{&quot;x&quot;:11.784782422582792,&quot;y&quot;:6.548467113356553},&quot;targetSize&quot;:{&quot;x&quot;:11.784782422582792,&quot;y&quot;:2},&quot;format&quot;:&quot;BETTER_TEXT&quot;},&quot;parent&quot;:{&quot;type&quot;:&quot;CHILD&quot;,&quot;parentId&quot;:&quot;b6d13145-52a6-47be-b418-3b2a3cdd0713&quot;,&quot;order&quot;:&quot;5&quot;}},&quot;f4e71df3-5fff-4a2e-906f-4f1acf3bcad6&quot;:{&quot;relativeTransform&quot;:{&quot;translate&quot;:{&quot;x&quot;:-5.586208496069105,&quot;y&quot;:23.151225350911204},&quot;rotate&quot;:0,&quot;skewX&quot;:0,&quot;scale&quot;:{&quot;x&quot;:1,&quot;y&quot;:1}},&quot;type&quot;:&quot;FIGURE_OBJECT&quot;,&quot;id&quot;:&quot;f4e71df3-5fff-4a2e-906f-4f1acf3bcad6&quot;,&quot;name&quot;:&quot;Methylation (pathway)&quot;,&quot;displayName&quot;:&quot;Methylation (pathway)&quot;,&quot;layout&quot;:{&quot;sizeRatio&quot;:{&quot;x&quot;:0.88,&quot;y&quot;:0.88},&quot;keepAspectRatio&quot;:true},&quot;opacity&quot;:1,&quot;path&quot;:{&quot;type&quot;:&quot;ELLIPSE&quot;,&quot;size&quot;:{&quot;x&quot;:12.637585811950878,&quot;y&quot;:12.63758581195088}},&quot;pathStyles&quot;:[{&quot;type&quot;:&quot;FILL&quot;,&quot;fillStyle&quot;:&quot;rgba(200, 77, 76, 1)&quot;},{&quot;type&quot;:&quot;STROKE&quot;,&quot;strokeStyle&quot;:&quot;rgba(107, 21, 25, 1)&quot;,&quot;lineWidth&quot;:0.5494602526935163,&quot;lineJoin&quot;:&quot;round&quot;}],&quot;isLocked&quot;:false,&quot;parent&quot;:{&quot;type&quot;:&quot;CHILD&quot;,&quot;parentId&quot;:&quot;5152bf38-3fb1-4160-bf49-67bc576fd7df&quot;,&quot;order&quot;:&quot;9&quot;},&quot;source&quot;:{&quot;id&quot;:&quot;67f815135b55c10655886257&quot;,&quot;type&quot;:&quot;ASSETS&quot;},&quot;isPremium&quot;:false},&quot;cd3786a7-a65e-422c-8d8b-2341080e8da1&quot;:{&quot;type&quot;:&quot;FIGURE_OBJECT&quot;,&quot;id&quot;:&quot;cd3786a7-a65e-422c-8d8b-2341080e8d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128295691806152,&quot;color&quot;:&quot;rgba(255,255,255,1)&quot;,&quot;fontWeight&quot;:&quot;normal&quot;,&quot;fontStyle&quot;:&quot;normal&quot;,&quot;decoration&quot;:&quot;none&quot;,&quot;script&quot;:&quot;none&quot;}}],&quot;verticalAlign&quot;:&quot;TOP&quot;},&quot;size&quot;:{&quot;x&quot;:11.121075514516772,&quot;y&quot;:6.179664134690669},&quot;targetSize&quot;:{&quot;x&quot;:11.121075514516772,&quot;y&quot;:2},&quot;format&quot;:&quot;BETTER_TEXT&quot;},&quot;parent&quot;:{&quot;type&quot;:&quot;CHILD&quot;,&quot;parentId&quot;:&quot;f4e71df3-5fff-4a2e-906f-4f1acf3bcad6&quot;,&quot;order&quot;:&quot;5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08b7ab2f-9c9e-4c94-a072-e89221430621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08b7ab2f-9c9e-4c94-a072-e89221430621&quot;:{&quot;type&quot;:&quot;FIGURE_OBJECT&quot;,&quot;id&quot;:&quot;08b7ab2f-9c9e-4c94-a072-e89221430621&quot;,&quot;name&quot;:&quot;dsDNA brush 3 (straight)&quot;,&quot;relativeTransform&quot;:{&quot;translate&quot;:{&quot;x&quot;:75.409288804857,&quot;y&quot;:-107.82296074725508},&quot;rotate&quot;:0,&quot;skewX&quot;:0,&quot;scale&quot;:{&quot;x&quot;:1,&quot;y&quot;:1}},&quot;opacity&quot;:1,&quot;source&quot;:{&quot;id&quot;:&quot;5e75575f52bb9000abea6260&quot;,&quot;type&quot;:&quot;ASSETS&quot;},&quot;path&quot;:{&quot;type&quot;:&quot;POLY_LINE&quot;,&quot;points&quot;:[{&quot;x&quot;:-231.750538082389,&quot;y&quot;:0},{&quot;x&quot;:118.11691736384809,&quot;y&quot;:0}],&quot;closed&quot;:false},&quot;pathStyles&quot;:[{&quot;type&quot;:&quot;FILL&quot;,&quot;fillStyle&quot;:&quot;rgba(0,0,0,0)&quot;},{&quot;type&quot;:&quot;STROKE&quot;,&quot;strokeStyle&quot;:&quot;rgba(0,0,0,0)&quot;,&quot;lineWidth&quot;:23.1301258231562,&quot;lineJoin&quot;:&quot;round&quot;}],&quot;pathSmoothing&quot;:{&quot;type&quot;:&quot;CATMULL_SMOOTHING&quot;,&quot;smoothing&quot;:0.2},&quot;pathPattern&quot;:{&quot;type&quot;:&quot;ROW&quot;,&quot;patternId&quot;:&quot;c5ac7be3-7557-4563-b86c-134442dd4399&quot;,&quot;patternTransform&quot;:{&quot;translate&quot;:{&quot;x&quot;:-0.00002540549651012527,&quot;y&quot;:-0.5},&quot;rotate&quot;:0,&quot;skewX&quot;:0,&quot;scale&quot;:{&quot;x&quot;:0.005076142131979695,&quot;y&quot;:0.005076142131979695}},&quot;xUnits&quot;:&quot;STROKE_WIDTH&quot;,&quot;yUnits&quot;:&quot;STROKE_WIDTH&quot;,&quot;bending&quot;:true,&quot;repeat&quot;:{&quot;distance&quot;:1.8661421567655458,&quot;align&quot;:&quot;CENTER&quot;},&quot;isPremium&quot;:true},&quot;isLocked&quot;:false,&quot;parent&quot;:{&quot;type&quot;:&quot;CHILD&quot;,&quot;parentId&quot;:&quot;5152bf38-3fb1-4160-bf49-67bc576fd7df&quot;,&quot;order&quot;:&quot;02&quot;},&quot;isPremium&quot;:true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a18ad336-a305-4a22-8468-88383e32c405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a18ad336-a305-4a22-8468-88383e32c405&quot;:{&quot;type&quot;:&quot;FIGURE_OBJECT&quot;,&quot;id&quot;:&quot;a18ad336-a305-4a22-8468-88383e32c405&quot;,&quot;name&quot;:&quot;Nucleosome (short)&quot;,&quot;relativeTransform&quot;:{&quot;translate&quot;:{&quot;x&quot;:-14.914494150247208,&quot;y&quot;:-11.287206525364354},&quot;rotate&quot;:3.055653482703127,&quot;skewX&quot;:-3.251028522451797e-17,&quot;scale&quot;:{&quot;x&quot;:0.4000970648862146,&quot;y&quot;:0.4000970648862145}},&quot;opacity&quot;:0.23,&quot;image&quot;:{&quot;url&quot;:&quot;https://icons.cdn.biorender.com/biorender/5e9f44c684ddf500287c77a4/5a957b945e506d00147f11be.png&quot;,&quot;size&quot;:{&quot;x&quot;:167,&quot;y&quot;:171},&quot;isPremium&quot;:false,&quot;fallbackUrl&quot;:&quot;sources/icons/5e9f44c684ddf500287c77a4/5a957b945e506d00147f11be.svg&quot;},&quot;source&quot;:{&quot;id&quot;:&quot;5a957b945e506d00147f11be&quot;,&quot;type&quot;:&quot;ASSETS&quot;},&quot;pathStyles&quot;:[{&quot;type&quot;:&quot;FILL&quot;,&quot;fillStyle&quot;:&quot;rgb(0,0,0)&quot;}],&quot;isLocked&quot;:false,&quot;parent&quot;:{&quot;type&quot;:&quot;CHILD&quot;,&quot;parentId&quot;:&quot;5152bf38-3fb1-4160-bf49-67bc576fd7df&quot;,&quot;order&quot;:&quot;0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d95aad42-bdb9-482b-954f-500851cbb146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d95aad42-bdb9-482b-954f-500851cbb146&quot;:{&quot;type&quot;:&quot;FIGURE_OBJECT&quot;,&quot;id&quot;:&quot;d95aad42-bdb9-482b-954f-500851cbb146&quot;,&quot;name&quot;:&quot;Nucleosome (short)&quot;,&quot;relativeTransform&quot;:{&quot;translate&quot;:{&quot;x&quot;:-15.665155302907749,&quot;y&quot;:-138.46185871582747},&quot;rotate&quot;:6.283185307179586,&quot;skewX&quot;:0,&quot;scale&quot;:{&quot;x&quot;:-0.4000970648862144,&quot;y&quot;:0.4000970648862144}},&quot;opacity&quot;:0.23,&quot;image&quot;:{&quot;url&quot;:&quot;https://icons.cdn.biorender.com/biorender/5e9f44c684ddf500287c77a4/5a957b945e506d00147f11be.png&quot;,&quot;size&quot;:{&quot;x&quot;:167,&quot;y&quot;:171},&quot;isPremium&quot;:false,&quot;fallbackUrl&quot;:&quot;sources/icons/5e9f44c684ddf500287c77a4/5a957b945e506d00147f11be.svg&quot;},&quot;source&quot;:{&quot;id&quot;:&quot;5a957b945e506d00147f11be&quot;,&quot;type&quot;:&quot;ASSETS&quot;},&quot;pathStyles&quot;:[{&quot;type&quot;:&quot;FILL&quot;,&quot;fillStyle&quot;:&quot;rgb(0,0,0)&quot;}],&quot;isLocked&quot;:false,&quot;parent&quot;:{&quot;type&quot;:&quot;CHILD&quot;,&quot;parentId&quot;:&quot;5152bf38-3fb1-4160-bf49-67bc576fd7df&quot;,&quot;order&quot;:&quot;07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f3e67efd-a6e0-4378-9491-19b818e5b1fe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f3e67efd-a6e0-4378-9491-19b818e5b1fe&quot;:{&quot;id&quot;:&quot;f3e67efd-a6e0-4378-9491-19b818e5b1fe&quot;,&quot;name&quot;:&quot;Adult (head, gender-neutral, eyes closed, anterior)&quot;,&quot;displayName&quot;:&quot;&quot;,&quot;type&quot;:&quot;FIGURE_OBJECT&quot;,&quot;relativeTransform&quot;:{&quot;translate&quot;:{&quot;x&quot;:-195.06121032987784,&quot;y&quot;:-117.37928594014409},&quot;rotate&quot;:0,&quot;skewX&quot;:0,&quot;scale&quot;:{&quot;x&quot;:0.5125398330584233,&quot;y&quot;:0.509367926969641}},&quot;image&quot;:{&quot;url&quot;:&quot;https://icons.cdn.biorender.com/biorender/63c02cf8503c770021179aea/20240912181530/image/63c02cf8503c770021179aea.png&quot;,&quot;isPremium&quot;:false,&quot;isOrgIcon&quot;:false,&quot;size&quot;:{&quot;x&quot;:150,&quot;y&quot;:140.3485254691689},&quot;fallbackUrl&quot;:&quot;sources/icons/63c02cf8503c770021179aea/20240912181530/image/63c02cf8503c770021179aea.svg&quot;},&quot;source&quot;:{&quot;id&quot;:&quot;63c02cf8503c770021179aea&quot;,&quot;version&quot;:&quot;20240912181530&quot;,&quot;type&quot;:&quot;ASSETS&quot;},&quot;isPremium&quot;:false,&quot;parent&quot;:{&quot;type&quot;:&quot;CHILD&quot;,&quot;parentId&quot;:&quot;5152bf38-3fb1-4160-bf49-67bc576fd7df&quot;,&quot;order&quot;:&quot;1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9acb2b10-66ed-498f-aad3-6ef4cf6f5709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9acb2b10-66ed-498f-aad3-6ef4cf6f5709&quot;:{&quot;id&quot;:&quot;9acb2b10-66ed-498f-aad3-6ef4cf6f5709&quot;,&quot;name&quot;:&quot;Mouse head (anterior)&quot;,&quot;displayName&quot;:&quot;&quot;,&quot;type&quot;:&quot;FIGURE_OBJECT&quot;,&quot;relativeTransform&quot;:{&quot;translate&quot;:{&quot;x&quot;:-189.935952991026,&quot;y&quot;:-34.819822516469685},&quot;rotate&quot;:0,&quot;skewX&quot;:0,&quot;scale&quot;:{&quot;x&quot;:0.4442068165909669,&quot;y&quot;:0.44420681659096695}},&quot;image&quot;:{&quot;url&quot;:&quot;https://icons.cdn.biorender.com/biorender/63a0b292c2bb5200216dac1d/5e45f258efc1b8002828fcd1.png&quot;,&quot;isPremium&quot;:false,&quot;isOrgIcon&quot;:false,&quot;size&quot;:{&quot;x&quot;:150,&quot;y&quot;:145.40816326530611},&quot;fallbackUrl&quot;:&quot;sources/icons/63a0b292c2bb5200216dac1d/5e45f258efc1b8002828fcd1.svg&quot;},&quot;source&quot;:{&quot;id&quot;:&quot;5e45f258efc1b8002828fcd1&quot;,&quot;version&quot;:&quot;20221219184808&quot;,&quot;type&quot;:&quot;ASSETS&quot;},&quot;isPremium&quot;:false,&quot;parent&quot;:{&quot;type&quot;:&quot;CHILD&quot;,&quot;parentId&quot;:&quot;5152bf38-3fb1-4160-bf49-67bc576fd7df&quot;,&quot;order&quot;:&quot;12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340cb058-2e53-49a5-8823-384c5872fe81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340cb058-2e53-49a5-8823-384c5872fe81&quot;:{&quot;type&quot;:&quot;FIGURE_OBJECT&quot;,&quot;id&quot;:&quot;340cb058-2e53-49a5-8823-384c5872fe81&quot;,&quot;relativeTransform&quot;:{&quot;translate&quot;:{&quot;x&quot;:30.826881104993276,&quot;y&quot;:-107.82220708966099},&quot;rotate&quot;:0,&quot;skewX&quot;:0,&quot;scale&quot;:{&quot;x&quot;:1,&quot;y&quot;:1}},&quot;layout&quot;:{&quot;sizeRatio&quot;:{&quot;x&quot;:0.9922490223683361,&quot;y&quot;:0.982776173330667},&quot;keepAspectRatio&quot;:false},&quot;opacity&quot;:1,&quot;path&quot;:{&quot;type&quot;:&quot;RECT&quot;,&quot;size&quot;:{&quot;x&quot;:29.722622426153766,&quot;y&quot;:35.07918411705311},&quot;cornerRounding&quot;:{&quot;type&quot;:&quot;ARC_LENGTH&quot;,&quot;global&quot;:2.038592805254452}},&quot;pathStyles&quot;:[{&quot;type&quot;:&quot;FILL&quot;,&quot;fillStyle&quot;:&quot;rgba(234,234,234,1)&quot;},{&quot;type&quot;:&quot;STROKE&quot;,&quot;strokeStyle&quot;:&quot;rgb(48, 110, 128)&quot;,&quot;lineWidth&quot;:0,&quot;lineJoin&quot;:&quot;round&quot;}],&quot;isLocked&quot;:false,&quot;parent&quot;:{&quot;type&quot;:&quot;CHILD&quot;,&quot;parentId&quot;:&quot;5152bf38-3fb1-4160-bf49-67bc576fd7df&quot;,&quot;order&quot;:&quot;15&quot;}},&quot;b0ed7b07-87bb-4aeb-ae3c-44cd26f4758e&quot;:{&quot;type&quot;:&quot;FIGURE_OBJECT&quot;,&quot;id&quot;:&quot;b0ed7b07-87bb-4aeb-ae3c-44cd26f4758e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(0,0,0)&quot;,&quot;fontWeight&quot;:&quot;normal&quot;,&quot;fontStyle&quot;:&quot;normal&quot;,&quot;decoration&quot;:&quot;none&quot;,&quot;script&quot;:&quot;none&quot;},&quot;range&quot;:[0,0]}],&quot;text&quot;:&quot;P&quot;}],&quot;verticalAlign&quot;:&quot;TOP&quot;,&quot;_lastCaretLocation&quot;:{&quot;lineIndex&quot;:0,&quot;runIndex&quot;:-1,&quot;charIndex&quot;:-1,&quot;endOfLine&quot;:true}},&quot;size&quot;:{&quot;x&quot;:29.492243044574256,&quot;y&quot;:21.97382483383838},&quot;targetSize&quot;:{&quot;x&quot;:29.492243044574256,&quot;y&quot;:2},&quot;format&quot;:&quot;BETTER_TEXT&quot;,&quot;verticalAlign&quot;:&quot;TOP&quot;},&quot;parent&quot;:{&quot;type&quot;:&quot;CHILD&quot;,&quot;parentId&quot;:&quot;340cb058-2e53-49a5-8823-384c5872fe81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f4468766-7c6d-4fae-a43a-5ae069bbe7d7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f4468766-7c6d-4fae-a43a-5ae069bbe7d7&quot;:{&quot;type&quot;:&quot;FIGURE_OBJECT&quot;,&quot;id&quot;:&quot;f4468766-7c6d-4fae-a43a-5ae069bbe7d7&quot;,&quot;relativeTransform&quot;:{&quot;translate&quot;:{&quot;x&quot;:102.84090552051941,&quot;y&quot;:-107.82280518571207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14.30470867335387,&quot;y&quot;:35.07918411705311},&quot;cornerRounding&quot;:{&quot;type&quot;:&quot;ARC_LENGTH&quot;,&quot;global&quot;:0}},&quot;pathStyles&quot;:[{&quot;type&quot;:&quot;FILL&quot;,&quot;fillStyle&quot;:&quot;rgba(23,23,23,1)&quot;},{&quot;type&quot;:&quot;STROKE&quot;,&quot;strokeStyle&quot;:&quot;rgb(74, 72, 73)&quot;,&quot;lineWidth&quot;:0,&quot;lineJoin&quot;:&quot;round&quot;}],&quot;isLocked&quot;:false,&quot;parent&quot;:{&quot;type&quot;:&quot;CHILD&quot;,&quot;parentId&quot;:&quot;5152bf38-3fb1-4160-bf49-67bc576fd7df&quot;,&quot;order&quot;:&quot;2&quot;}},&quot;734c18e5-2e9d-42b2-a7c9-7a3348d47959&quot;:{&quot;type&quot;:&quot;FIGURE_OBJECT&quot;,&quot;id&quot;:&quot;734c18e5-2e9d-42b2-a7c9-7a3348d47959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a(255,255,255,1)&quot;,&quot;fontWeight&quot;:&quot;normal&quot;,&quot;fontStyle&quot;:&quot;normal&quot;,&quot;decoration&quot;:&quot;none&quot;,&quot;script&quot;:&quot;none&quot;},&quot;range&quot;:[0,3]}],&quot;text&quot;:&quot;Gene&quot;,&quot;baseStyle&quot;:{&quot;fontFamily&quot;:&quot;Roboto&quot;,&quot;fontSize&quot;:18.16931882683621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00.58814363255141,&quot;y&quot;:21.97382483383838},&quot;targetSize&quot;:{&quot;x&quot;:100.58814363255141,&quot;y&quot;:2},&quot;format&quot;:&quot;BETTER_TEXT&quot;,&quot;verticalAlign&quot;:&quot;TOP&quot;},&quot;parent&quot;:{&quot;type&quot;:&quot;CHILD&quot;,&quot;parentId&quot;:&quot;f4468766-7c6d-4fae-a43a-5ae069bbe7d7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479f4cc3-61d0-42eb-983b-17bbcad48f6b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479f4cc3-61d0-42eb-983b-17bbcad48f6b&quot;:{&quot;type&quot;:&quot;FIGURE_OBJECT&quot;,&quot;id&quot;:&quot;479f4cc3-61d0-42eb-983b-17bbcad48f6b&quot;,&quot;relativeTransform&quot;:{&quot;translate&quot;:{&quot;x&quot;:-87.34381542436705,&quot;y&quot;:-109.37770581125619},&quot;rotate&quot;:0,&quot;skewX&quot;:0,&quot;scale&quot;:{&quot;x&quot;:1,&quot;y&quot;:1}},&quot;layout&quot;:{&quot;sizeRatio&quot;:{&quot;x&quot;:0.9922490223683361,&quot;y&quot;:0.982776173330667},&quot;keepAspectRatio&quot;:false},&quot;opacity&quot;:1,&quot;path&quot;:{&quot;type&quot;:&quot;RECT&quot;,&quot;size&quot;:{&quot;x&quot;:104.06667080496466,&quot;y&quot;:35.07918411705311},&quot;cornerRounding&quot;:{&quot;type&quot;:&quot;ARC_LENGTH&quot;,&quot;global&quot;:2.038592805254452}},&quot;pathStyles&quot;:[{&quot;type&quot;:&quot;FILL&quot;,&quot;fillStyle&quot;:&quot;rgba(129,134,137,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5152bf38-3fb1-4160-bf49-67bc576fd7df&quot;,&quot;order&quot;:&quot;22&quot;}},&quot;96281de0-6dfc-445a-8a27-618d74642b06&quot;:{&quot;type&quot;:&quot;FIGURE_OBJECT&quot;,&quot;id&quot;:&quot;96281de0-6dfc-445a-8a27-618d74642b06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a(255,255,255,1)&quot;,&quot;fontWeight&quot;:&quot;normal&quot;,&quot;fontStyle&quot;:&quot;normal&quot;,&quot;decoration&quot;:&quot;none&quot;,&quot;script&quot;:&quot;none&quot;},&quot;range&quot;:[0,8]}],&quot;text&quot;:&quot;Enhancers&quot;}],&quot;verticalAlign&quot;:&quot;TOP&quot;,&quot;_lastCaretLocation&quot;:{&quot;lineIndex&quot;:0,&quot;runIndex&quot;:-1,&quot;charIndex&quot;:-1,&quot;endOfLine&quot;:true}},&quot;size&quot;:{&quot;x&quot;:103.26005236735364,&quot;y&quot;:21.97382483383838},&quot;targetSize&quot;:{&quot;x&quot;:103.26005236735364,&quot;y&quot;:2},&quot;format&quot;:&quot;BETTER_TEXT&quot;,&quot;verticalAlign&quot;:&quot;TOP&quot;},&quot;parent&quot;:{&quot;type&quot;:&quot;CHILD&quot;,&quot;parentId&quot;:&quot;479f4cc3-61d0-42eb-983b-17bbcad48f6b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84ecd2cc-f915-46c6-b180-d34c493e2b57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84ecd2cc-f915-46c6-b180-d34c493e2b57&quot;:{&quot;type&quot;:&quot;FIGURE_OBJECT&quot;,&quot;id&quot;:&quot;84ecd2cc-f915-46c6-b180-d34c493e2b57&quot;,&quot;name&quot;:&quot;dsDNA brush 3 (straight)&quot;,&quot;relativeTransform&quot;:{&quot;translate&quot;:{&quot;x&quot;:76.44653772132892,&quot;y&quot;:-43.7179273591388},&quot;rotate&quot;:0,&quot;skewX&quot;:0,&quot;scale&quot;:{&quot;x&quot;:1,&quot;y&quot;:1}},&quot;opacity&quot;:1,&quot;source&quot;:{&quot;id&quot;:&quot;5e75575f52bb9000abea6260&quot;,&quot;type&quot;:&quot;ASSETS&quot;},&quot;path&quot;:{&quot;type&quot;:&quot;POLY_LINE&quot;,&quot;points&quot;:[{&quot;x&quot;:-231.750538082389,&quot;y&quot;:0},{&quot;x&quot;:118.11691736384809,&quot;y&quot;:0}],&quot;closed&quot;:false},&quot;pathStyles&quot;:[{&quot;type&quot;:&quot;FILL&quot;,&quot;fillStyle&quot;:&quot;rgba(0,0,0,0)&quot;},{&quot;type&quot;:&quot;STROKE&quot;,&quot;strokeStyle&quot;:&quot;rgba(0,0,0,0)&quot;,&quot;lineWidth&quot;:23.1301258231562,&quot;lineJoin&quot;:&quot;round&quot;}],&quot;pathSmoothing&quot;:{&quot;type&quot;:&quot;CATMULL_SMOOTHING&quot;,&quot;smoothing&quot;:0.2},&quot;pathPattern&quot;:{&quot;type&quot;:&quot;ROW&quot;,&quot;patternId&quot;:&quot;56d8b9ed-6290-464a-a36b-63512ce183df&quot;,&quot;patternTransform&quot;:{&quot;translate&quot;:{&quot;x&quot;:-0.00002540549651012527,&quot;y&quot;:-0.5},&quot;rotate&quot;:0,&quot;skewX&quot;:0,&quot;scale&quot;:{&quot;x&quot;:0.005076142131979695,&quot;y&quot;:0.005076142131979695}},&quot;xUnits&quot;:&quot;STROKE_WIDTH&quot;,&quot;yUnits&quot;:&quot;STROKE_WIDTH&quot;,&quot;bending&quot;:true,&quot;repeat&quot;:{&quot;distance&quot;:1.8661421567655458,&quot;align&quot;:&quot;CENTER&quot;},&quot;isPremium&quot;:true},&quot;isLocked&quot;:false,&quot;parent&quot;:{&quot;type&quot;:&quot;CHILD&quot;,&quot;parentId&quot;:&quot;5152bf38-3fb1-4160-bf49-67bc576fd7df&quot;,&quot;order&quot;:&quot;25&quot;},&quot;isPremium&quot;:true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6a848848-c6d7-4c7a-8912-14d12b0651c9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6a848848-c6d7-4c7a-8912-14d12b0651c9&quot;:{&quot;type&quot;:&quot;FIGURE_OBJECT&quot;,&quot;id&quot;:&quot;6a848848-c6d7-4c7a-8912-14d12b0651c9&quot;,&quot;relativeTransform&quot;:{&quot;translate&quot;:{&quot;x&quot;:30.82722677418127,&quot;y&quot;:-41.91623915997866},&quot;rotate&quot;:0,&quot;skewX&quot;:0,&quot;scale&quot;:{&quot;x&quot;:1,&quot;y&quot;:1}},&quot;layout&quot;:{&quot;sizeRatio&quot;:{&quot;x&quot;:0.9922490223683361,&quot;y&quot;:0.982776173330667},&quot;keepAspectRatio&quot;:false},&quot;opacity&quot;:1,&quot;path&quot;:{&quot;type&quot;:&quot;RECT&quot;,&quot;size&quot;:{&quot;x&quot;:29.722622426153766,&quot;y&quot;:35.07918411705311},&quot;cornerRounding&quot;:{&quot;type&quot;:&quot;ARC_LENGTH&quot;,&quot;global&quot;:2.038592805254452}},&quot;pathStyles&quot;:[{&quot;type&quot;:&quot;FILL&quot;,&quot;fillStyle&quot;:&quot;rgba(234,234,234,1)&quot;},{&quot;type&quot;:&quot;STROKE&quot;,&quot;strokeStyle&quot;:&quot;rgb(48, 110, 128)&quot;,&quot;lineWidth&quot;:0,&quot;lineJoin&quot;:&quot;round&quot;}],&quot;isLocked&quot;:false,&quot;parent&quot;:{&quot;type&quot;:&quot;CHILD&quot;,&quot;parentId&quot;:&quot;5152bf38-3fb1-4160-bf49-67bc576fd7df&quot;,&quot;order&quot;:&quot;27&quot;}},&quot;c3a3ebc5-cf42-48f1-86e2-f22c8ff4e940&quot;:{&quot;type&quot;:&quot;FIGURE_OBJECT&quot;,&quot;id&quot;:&quot;c3a3ebc5-cf42-48f1-86e2-f22c8ff4e94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(0,0,0)&quot;,&quot;fontWeight&quot;:&quot;normal&quot;,&quot;fontStyle&quot;:&quot;normal&quot;,&quot;decoration&quot;:&quot;none&quot;,&quot;script&quot;:&quot;none&quot;},&quot;range&quot;:[0,0]}],&quot;text&quot;:&quot;P&quot;}],&quot;verticalAlign&quot;:&quot;TOP&quot;,&quot;_lastCaretLocation&quot;:{&quot;lineIndex&quot;:0,&quot;runIndex&quot;:-1,&quot;charIndex&quot;:-1,&quot;endOfLine&quot;:true}},&quot;size&quot;:{&quot;x&quot;:29.492243044574256,&quot;y&quot;:21.97382483383838},&quot;targetSize&quot;:{&quot;x&quot;:29.492243044574256,&quot;y&quot;:2},&quot;format&quot;:&quot;BETTER_TEXT&quot;,&quot;verticalAlign&quot;:&quot;TOP&quot;},&quot;parent&quot;:{&quot;type&quot;:&quot;CHILD&quot;,&quot;parentId&quot;:&quot;6a848848-c6d7-4c7a-8912-14d12b0651c9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b2af055a-76ef-459e-9a3c-5f69fc0188dc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b2af055a-76ef-459e-9a3c-5f69fc0188dc&quot;:{&quot;type&quot;:&quot;FIGURE_OBJECT&quot;,&quot;id&quot;:&quot;b2af055a-76ef-459e-9a3c-5f69fc0188dc&quot;,&quot;relativeTransform&quot;:{&quot;translate&quot;:{&quot;x&quot;:102.8418565742129,&quot;y&quot;:-41.916837256029794},&quot;rotate&quot;:0,&quot;skewX&quot;:0,&quot;scale&quot;:{&quot;x&quot;:1,&quot;y&quot;:1}},&quot;layout&quot;:{&quot;sizeRatio&quot;:{&quot;x&quot;:0.88,&quot;y&quot;:0.88},&quot;keepAspectRatio&quot;:false},&quot;opacity&quot;:1,&quot;path&quot;:{&quot;type&quot;:&quot;RECT&quot;,&quot;size&quot;:{&quot;x&quot;:114.30470867335387,&quot;y&quot;:35.07918411705311},&quot;cornerRounding&quot;:{&quot;type&quot;:&quot;ARC_LENGTH&quot;,&quot;global&quot;:0}},&quot;pathStyles&quot;:[{&quot;type&quot;:&quot;FILL&quot;,&quot;fillStyle&quot;:&quot;rgba(23,23,23,1)&quot;},{&quot;type&quot;:&quot;STROKE&quot;,&quot;strokeStyle&quot;:&quot;rgb(74, 72, 73)&quot;,&quot;lineWidth&quot;:0,&quot;lineJoin&quot;:&quot;round&quot;}],&quot;isLocked&quot;:false,&quot;parent&quot;:{&quot;type&quot;:&quot;CHILD&quot;,&quot;parentId&quot;:&quot;5152bf38-3fb1-4160-bf49-67bc576fd7df&quot;,&quot;order&quot;:&quot;3&quot;}},&quot;ff3e9f62-144a-4696-ae28-e72a04fee4ff&quot;:{&quot;type&quot;:&quot;FIGURE_OBJECT&quot;,&quot;id&quot;:&quot;ff3e9f62-144a-4696-ae28-e72a04fee4ff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a(255,255,255,1)&quot;,&quot;fontWeight&quot;:&quot;normal&quot;,&quot;fontStyle&quot;:&quot;normal&quot;,&quot;decoration&quot;:&quot;none&quot;,&quot;script&quot;:&quot;none&quot;},&quot;range&quot;:[0,3]}],&quot;text&quot;:&quot;Gene&quot;,&quot;baseStyle&quot;:{&quot;fontFamily&quot;:&quot;Roboto&quot;,&quot;fontSize&quot;:18.16931882683621,&quot;color&quot;:&quot;rgb(0,0,0)&quot;,&quot;fontWeight&quot;:&quot;normal&quot;,&quot;fontStyle&quot;:&quot;normal&quot;,&quot;decoration&quot;:&quot;none&quot;,&quot;script&quot;:&quot;none&quot;}}],&quot;verticalAlign&quot;:&quot;TOP&quot;},&quot;size&quot;:{&quot;x&quot;:100.58814363255141,&quot;y&quot;:21.97382483383838},&quot;targetSize&quot;:{&quot;x&quot;:100.58814363255141,&quot;y&quot;:2},&quot;format&quot;:&quot;BETTER_TEXT&quot;,&quot;verticalAlign&quot;:&quot;TOP&quot;},&quot;parent&quot;:{&quot;type&quot;:&quot;CHILD&quot;,&quot;parentId&quot;:&quot;b2af055a-76ef-459e-9a3c-5f69fc0188dc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381fef0a-a76d-4504-8cf9-a7c76a5e4149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381fef0a-a76d-4504-8cf9-a7c76a5e4149&quot;:{&quot;type&quot;:&quot;FIGURE_OBJECT&quot;,&quot;id&quot;:&quot;381fef0a-a76d-4504-8cf9-a7c76a5e4149&quot;,&quot;relativeTransform&quot;:{&quot;translate&quot;:{&quot;x&quot;:-87.67079059638542,&quot;y&quot;:-43.4717378815738},&quot;rotate&quot;:0,&quot;skewX&quot;:0,&quot;scale&quot;:{&quot;x&quot;:1,&quot;y&quot;:1}},&quot;layout&quot;:{&quot;sizeRatio&quot;:{&quot;x&quot;:0.9922490223683361,&quot;y&quot;:0.982776173330667},&quot;keepAspectRatio&quot;:false},&quot;opacity&quot;:1,&quot;path&quot;:{&quot;type&quot;:&quot;RECT&quot;,&quot;size&quot;:{&quot;x&quot;:103.41090282548696,&quot;y&quot;:35.07918411705311},&quot;cornerRounding&quot;:{&quot;type&quot;:&quot;ARC_LENGTH&quot;,&quot;global&quot;:2.038592805254452}},&quot;pathStyles&quot;:[{&quot;type&quot;:&quot;FILL&quot;,&quot;fillStyle&quot;:&quot;rgba(129,134,137,1)&quot;},{&quot;type&quot;:&quot;STROKE&quot;,&quot;strokeStyle&quot;:&quot;rgba(133, 148, 182, 1)&quot;,&quot;lineWidth&quot;:0,&quot;lineJoin&quot;:&quot;round&quot;}],&quot;isLocked&quot;:false,&quot;parent&quot;:{&quot;type&quot;:&quot;CHILD&quot;,&quot;parentId&quot;:&quot;5152bf38-3fb1-4160-bf49-67bc576fd7df&quot;,&quot;order&quot;:&quot;35&quot;}},&quot;f923468e-9746-469b-a870-c5ac330f4e97&quot;:{&quot;type&quot;:&quot;FIGURE_OBJECT&quot;,&quot;id&quot;:&quot;f923468e-9746-469b-a870-c5ac330f4e9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Roboto&quot;,&quot;fontSize&quot;:18.16931882683621,&quot;color&quot;:&quot;rgba(255,255,255,1)&quot;,&quot;fontWeight&quot;:&quot;normal&quot;,&quot;fontStyle&quot;:&quot;normal&quot;,&quot;decoration&quot;:&quot;none&quot;,&quot;script&quot;:&quot;none&quot;},&quot;range&quot;:[0,8]}],&quot;text&quot;:&quot;Enhancers&quot;}],&quot;verticalAlign&quot;:&quot;TOP&quot;,&quot;_lastCaretLocation&quot;:{&quot;lineIndex&quot;:0,&quot;runIndex&quot;:-1,&quot;charIndex&quot;:-1,&quot;endOfLine&quot;:true}},&quot;size&quot;:{&quot;x&quot;:102.60936723081642,&quot;y&quot;:21.97382483383838},&quot;targetSize&quot;:{&quot;x&quot;:102.60936723081642,&quot;y&quot;:2},&quot;format&quot;:&quot;BETTER_TEXT&quot;,&quot;verticalAlign&quot;:&quot;TOP&quot;},&quot;parent&quot;:{&quot;type&quot;:&quot;CHILD&quot;,&quot;parentId&quot;:&quot;381fef0a-a76d-4504-8cf9-a7c76a5e4149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189f14a5-6c81-48ea-b10d-6f8f08a88faf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189f14a5-6c81-48ea-b10d-6f8f08a88faf&quot;:{&quot;type&quot;:&quot;FIGURE_OBJECT&quot;,&quot;id&quot;:&quot;189f14a5-6c81-48ea-b10d-6f8f08a88faf&quot;,&quot;relativeTransform&quot;:{&quot;translate&quot;:{&quot;x&quot;:0.9270579859924624,&quot;y&quot;:-68.95031582705951},&quot;rotate&quot;:0,&quot;skewX&quot;:0,&quot;scale&quot;:{&quot;x&quot;:1,&quot;y&quot;:1}},&quot;opacity&quot;:1,&quot;path&quot;:{&quot;type&quot;:&quot;POLY_LINE&quot;,&quot;points&quot;:[{&quot;x&quot;:-139.2760797414169,&quot;y&quot;:0.615249407255575},{&quot;x&quot;:-115.28345382251457,&quot;y&quot;:-14.150736366878641},{&quot;x&quot;:-98.7188856524223,&quot;y&quot;:0},{&quot;x&quot;:-83.32423642532895,&quot;y&quot;:-12.304988145111915},{&quot;x&quot;:-83.32423642532895,&quot;y&quot;:0},{&quot;x&quot;:-44.10894029005055,&quot;y&quot;:-12.304988145111915},{&quot;x&quot;:0.7428057748808783,&quot;y&quot;:-12.304988145111915},{&quot;x&quot;:29.675089791864885,&quot;y&quot;:0},{&quot;x&quot;:57.51173574821466,&quot;y&quot;:-12.304988145111846},{&quot;x&quot;:66.97322407710365,&quot;y&quot;:0},{&quot;x&quot;:92.77643945337448,&quot;y&quot;:-14.765985774134355},{&quot;x&quot;:92.77643945337448,&quot;y&quot;:0},{&quot;x&quot;:110.8266191732287,&quot;y&quot;:-14.15073636687871},{&quot;x&quot;:142.87868805446647,&quot;y&quot;:-14.15073636687871},{&quot;x&quot;:157.84622411344156,&quot;y&quot;:-0.615249407255575}],&quot;closed&quot;:false,&quot;cornerRounding&quot;:{&quot;type&quot;:&quot;ARC_LENGTH&quot;,&quot;global&quot;:0},&quot;selectedObjectIds&quot;:[&quot;54920e7a-0b9b-45a1-ab0e-e9fa1d52b534&quot;]},&quot;pathStyles&quot;:[{&quot;type&quot;:&quot;FILL&quot;,&quot;fillStyle&quot;:&quot;rgba(0,0,0,0)&quot;},{&quot;type&quot;:&quot;STROKE&quot;,&quot;strokeStyle&quot;:&quot;rgba(192,56,48,1)&quot;,&quot;lineWidth&quot;:2.441536092648709,&quot;lineJoin&quot;:&quot;round&quot;}],&quot;isLocked&quot;:false,&quot;parent&quot;:{&quot;type&quot;:&quot;CHILD&quot;,&quot;parentId&quot;:&quot;5152bf38-3fb1-4160-bf49-67bc576fd7df&quot;,&quot;order&quot;:&quot;5&quot;},&quot;connectorInfo&quot;:{&quot;type&quot;:&quot;ELBOW&quot;,&quot;offset&quot;:{&quot;x&quot;:0,&quot;y&quot;:0},&quot;bending&quot;:-0.1,&quot;customized&quot;:true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7b3cd97c-8b27-42cb-be86-b983ceabf05e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7b3cd97c-8b27-42cb-be86-b983ceabf05e&quot;:{&quot;type&quot;:&quot;FIGURE_OBJECT&quot;,&quot;id&quot;:&quot;7b3cd97c-8b27-42cb-be86-b983ceabf05e&quot;,&quot;parent&quot;:{&quot;type&quot;:&quot;CHILD&quot;,&quot;parentId&quot;:&quot;5152bf38-3fb1-4160-bf49-67bc576fd7df&quot;,&quot;order&quot;:&quot;57&quot;},&quot;relativeTransform&quot;:{&quot;translate&quot;:{&quot;x&quot;:-219.33161037334315,&quot;y&quot;:-444.81146470571156},&quot;rotate&quot;:-1.0909895078760363,&quot;skewX&quot;:0,&quot;scale&quot;:{&quot;x&quot;:1,&quot;y&quot;:1}}},&quot;20b1478a-71c8-4980-bac5-2005fbab56bb&quot;:{&quot;id&quot;:&quot;20b1478a-71c8-4980-bac5-2005fbab56bb&quot;,&quot;name&quot;:&quot;Generic protein (blob 1, surface)&quot;,&quot;displayName&quot;:&quot;&quot;,&quot;type&quot;:&quot;FIGURE_OBJECT&quot;,&quot;relativeTransform&quot;:{&quot;translate&quot;:{&quot;x&quot;:-332.0291836579305,&quot;y&quot;:286.906072979398},&quot;rotate&quot;:0,&quot;skewX&quot;:-7.424294940170542e-17,&quot;scale&quot;:{&quot;x&quot;:0.42336932036443786,&quot;y&quot;:0.42336932036443786}},&quot;image&quot;:{&quot;url&quot;:&quot;https://icons.cdn.biorender.com/biorender/5e2b00e24f2cc000281aa3a7/5b33cf261b9d67001413a52d.png&quot;,&quot;isPremium&quot;:false,&quot;isOrgIcon&quot;:false,&quot;size&quot;:{&quot;x&quot;:100,&quot;y&quot;:100},&quot;fallbackUrl&quot;:&quot;sources/icons/5e2b00e24f2cc000281aa3a7/5b33cf261b9d67001413a52d.svg&quot;},&quot;source&quot;:{&quot;id&quot;:&quot;5b33cf261b9d67001413a52d&quot;,&quot;version&quot;:&quot;20200902205854&quot;,&quot;type&quot;:&quot;ASSETS&quot;},&quot;isPremium&quot;:false,&quot;parent&quot;:{&quot;type&quot;:&quot;CHILD&quot;,&quot;parentId&quot;:&quot;7b3cd97c-8b27-42cb-be86-b983ceabf05e&quot;,&quot;order&quot;:&quot;2&quot;}},&quot;6ea256e3-5421-4f2b-a5c0-134a66aca3e9&quot;:{&quot;id&quot;:&quot;6ea256e3-5421-4f2b-a5c0-134a66aca3e9&quot;,&quot;type&quot;:&quot;FIGURE_OBJECT&quot;,&quot;relativeTransform&quot;:{&quot;translate&quot;:{&quot;x&quot;:-332.22859602448983,&quot;y&quot;:287.0100286896534},&quot;rotate&quot;:1.0909895078760359,&quot;skewX&quot;:-1.4899576327011669e-16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.214612638371921,&quot;color&quot;:&quot;rgba(255,255,255,1)&quot;,&quot;fontWeight&quot;:&quot;normal&quot;,&quot;fontStyle&quot;:&quot;normal&quot;,&quot;decoration&quot;:&quot;none&quot;,&quot;script&quot;:&quot;none&quot;},&quot;range&quot;:[0,1]}],&quot;text&quot;:&quot;TF&quot;}],&quot;_lastCaretLocation&quot;:{&quot;lineIndex&quot;:0,&quot;runIndex&quot;:-1,&quot;charIndex&quot;:-1,&quot;endOfLine&quot;:true}},&quot;format&quot;:&quot;BETTER_TEXT&quot;,&quot;size&quot;:{&quot;x&quot;:29.5208474820795,&quot;y&quot;:9.766144370594839},&quot;targetSize&quot;:{&quot;x&quot;:29.5208474820795,&quot;y&quot;:9.766144370594839}},&quot;parent&quot;:{&quot;type&quot;:&quot;CHILD&quot;,&quot;parentId&quot;:&quot;7b3cd97c-8b27-42cb-be86-b983ceabf05e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1a378cf2-9d35-420d-bdaa-8f7ecd664eae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1a378cf2-9d35-420d-bdaa-8f7ecd664eae&quot;:{&quot;type&quot;:&quot;FIGURE_OBJECT&quot;,&quot;id&quot;:&quot;1a378cf2-9d35-420d-bdaa-8f7ecd664eae&quot;,&quot;parent&quot;:{&quot;type&quot;:&quot;CHILD&quot;,&quot;parentId&quot;:&quot;5152bf38-3fb1-4160-bf49-67bc576fd7df&quot;,&quot;order&quot;:&quot;6&quot;},&quot;relativeTransform&quot;:{&quot;translate&quot;:{&quot;x&quot;:242.47566050831557,&quot;y&quot;:-356.16422535190213},&quot;rotate&quot;:0,&quot;skewX&quot;:0,&quot;scale&quot;:{&quot;x&quot;:1,&quot;y&quot;:1}}},&quot;c3547309-ce2a-4c48-8cd9-57a44856442a&quot;:{&quot;id&quot;:&quot;c3547309-ce2a-4c48-8cd9-57a44856442a&quot;,&quot;name&quot;:&quot;Generic protein (blob 1, surface)&quot;,&quot;displayName&quot;:&quot;&quot;,&quot;type&quot;:&quot;FIGURE_OBJECT&quot;,&quot;relativeTransform&quot;:{&quot;translate&quot;:{&quot;x&quot;:-360.6834362147172,&quot;y&quot;:212.66217005504933},&quot;rotate&quot;:0,&quot;skewX&quot;:0,&quot;scale&quot;:{&quot;x&quot;:0.42336932036443786,&quot;y&quot;:0.42336932036443786}},&quot;image&quot;:{&quot;url&quot;:&quot;https://icons.cdn.biorender.com/biorender/5e2b00e24f2cc000281aa379/5b33cf261b9d67001413a52d.png&quot;,&quot;isPremium&quot;:false,&quot;isOrgIcon&quot;:false,&quot;size&quot;:{&quot;x&quot;:100,&quot;y&quot;:100},&quot;fallbackUrl&quot;:&quot;sources/icons/5e2b00e24f2cc000281aa379/5b33cf261b9d67001413a52d.svg&quot;},&quot;source&quot;:{&quot;id&quot;:&quot;5b33cf261b9d67001413a52d&quot;,&quot;version&quot;:&quot;20200902205854&quot;,&quot;type&quot;:&quot;ASSETS&quot;},&quot;isPremium&quot;:false,&quot;parent&quot;:{&quot;type&quot;:&quot;CHILD&quot;,&quot;parentId&quot;:&quot;1a378cf2-9d35-420d-bdaa-8f7ecd664eae&quot;,&quot;order&quot;:&quot;2&quot;}},&quot;6d6eaac6-8764-44af-b45f-66bcdd5a2ce4&quot;:{&quot;id&quot;:&quot;6d6eaac6-8764-44af-b45f-66bcdd5a2ce4&quot;,&quot;type&quot;:&quot;FIGURE_OBJECT&quot;,&quot;relativeTransform&quot;:{&quot;translate&quot;:{&quot;x&quot;:-363.679500326179,&quot;y&quot;:212.66224726807005},&quot;rotate&quot;:0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.214612638371921,&quot;color&quot;:&quot;rgba(255,255,255,1)&quot;,&quot;fontWeight&quot;:&quot;normal&quot;,&quot;fontStyle&quot;:&quot;normal&quot;,&quot;decoration&quot;:&quot;none&quot;,&quot;script&quot;:&quot;none&quot;},&quot;range&quot;:[0,1]}],&quot;text&quot;:&quot;TF&quot;,&quot;baseStyle&quot;:{&quot;fontFamily&quot;:&quot;Roboto&quot;,&quot;fontSize&quot;:8.214612638371921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9.5208474820795,&quot;y&quot;:9.314847680810322},&quot;targetSize&quot;:{&quot;x&quot;:29.5208474820795,&quot;y&quot;:9.314847680810322}},&quot;parent&quot;:{&quot;type&quot;:&quot;CHILD&quot;,&quot;parentId&quot;:&quot;1a378cf2-9d35-420d-bdaa-8f7ecd664eae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faf160ed-b88f-45c5-8976-3b03f943a877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faf160ed-b88f-45c5-8976-3b03f943a877&quot;:{&quot;relativeTransform&quot;:{&quot;translate&quot;:{&quot;x&quot;:23.115090709983008,&quot;y&quot;:-147.73755753560516},&quot;rotate&quot;:0,&quot;skewX&quot;:0,&quot;scale&quot;:{&quot;x&quot;:1,&quot;y&quot;:1}},&quot;type&quot;:&quot;FIGURE_OBJECT&quot;,&quot;id&quot;:&quot;faf160ed-b88f-45c5-8976-3b03f943a877&quot;,&quot;opacity&quot;:1,&quot;path&quot;:{&quot;type&quot;:&quot;POLY_LINE&quot;,&quot;points&quot;:[{&quot;x&quot;:23.79380929062042,&quot;y&quot;:21.03657567182318},{&quot;x&quot;:23.79380929062042,&quot;y&quot;:0},{&quot;x&quot;:51.06116738279126,&quot;y&quot;:0}],&quot;closed&quot;:false},&quot;pathStyles&quot;:[{&quot;type&quot;:&quot;FILL&quot;,&quot;fillStyle&quot;:&quot;rgba(0,0,0,0)&quot;},{&quot;type&quot;:&quot;STROKE&quot;,&quot;strokeStyle&quot;:&quot;#232323&quot;,&quot;lineWidth&quot;:2.441536092648709,&quot;lineJoin&quot;:&quot;round&quot;}],&quot;pathMarkers&quot;:{&quot;markerEnd&quot;:{&quot;type&quot;:&quot;PATH&quot;,&quot;units&quot;:{&quot;type&quot;:&quot;STROKE_WIDTH&quot;,&quot;scale&quot;:1.4000000000000001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,&quot;markerStart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5152bf38-3fb1-4160-bf49-67bc576fd7df&quot;,&quot;order&quot;:&quot;65&quot;},&quot;connectorInfo&quot;:{&quot;connectedObjects&quot;:[],&quot;type&quot;:&quot;LINE&quot;,&quot;offset&quot;:{&quot;x&quot;:0,&quot;y&quot;:0},&quot;bending&quot;:0.1,&quot;firstElementIsHead&quot;:true,&quot;customized&quot;:true},&quot;name&quot;:&quot;SBOL (promoter)&quot;,&quot;displayName&quot;:&quot;SBOL (promoter)&quot;,&quot;source&quot;:{&quot;id&quot;:&quot;63d95cc5d664bafc2d9ec7c0&quot;,&quot;type&quot;:&quot;ASSETS&quot;},&quot;isPremium&quot;:true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84f3c35a-a0bf-45e5-9a3e-c776402af4b6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84f3c35a-a0bf-45e5-9a3e-c776402af4b6&quot;:{&quot;relativeTransform&quot;:{&quot;translate&quot;:{&quot;x&quot;:46.909500925847965,&quot;y&quot;:19.318028539106194},&quot;rotate&quot;:-1.5707963267948966,&quot;skewX&quot;:0,&quot;scale&quot;:{&quot;x&quot;:1,&quot;y&quot;:1}},&quot;type&quot;:&quot;FIGURE_OBJECT&quot;,&quot;id&quot;:&quot;84f3c35a-a0bf-45e5-9a3e-c776402af4b6&quot;,&quot;opacity&quot;:1,&quot;path&quot;:{&quot;type&quot;:&quot;POLY_LINE&quot;,&quot;points&quot;:[{&quot;x&quot;:19.792622835248128,&quot;y&quot;:25.551922705511615},{&quot;x&quot;:19.792622835248128,&quot;y&quot;:0},{&quot;x&quot;:42.47467966104344,&quot;y&quot;:0}],&quot;closed&quot;:false},&quot;pathStyles&quot;:[{&quot;type&quot;:&quot;FILL&quot;,&quot;fillStyle&quot;:&quot;rgba(0,0,0,0)&quot;},{&quot;type&quot;:&quot;STROKE&quot;,&quot;strokeStyle&quot;:&quot;#232323&quot;,&quot;lineWidth&quot;:2.441536092648709,&quot;lineJoin&quot;:&quot;round&quot;}],&quot;pathMarkers&quot;:{&quot;markerStart&quot;:{&quot;type&quot;:&quot;PATH&quot;,&quot;units&quot;:{&quot;type&quot;:&quot;STROKE_WIDTH&quot;,&quot;scale&quot;:1.4000000000000001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,&quot;markerEnd&quot;:{&quot;type&quot;:&quot;PATH&quot;,&quot;units&quot;:{&quot;type&quot;:&quot;STROKE_WIDTH&quot;,&quot;scale&quot;:1},&quot;orient&quot;:{&quot;type&quot;:&quot;AUTO_START_REVERSE&quot;},&quot;name&quot;:&quot;rounded-end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-0.5,&quot;y&quot;:0,&quot;isEndPoint&quot;:true},{&quot;x&quot;:-0.49999999999999994,&quot;y&quot;:0.2761423749153967,&quot;isEndPoint&quot;:false},{&quot;x&quot;:-0.2761423749153966,&quot;y&quot;:0.5,&quot;isEndPoint&quot;:false},{&quot;x&quot;:3.061616997868383e-17,&quot;y&quot;:0.5,&quot;isEndPoint&quot;:true},{&quot;x&quot;:0.2761423749153967,&quot;y&quot;:0.5,&quot;isEndPoint&quot;:false},{&quot;x&quot;:0.5,&quot;y&quot;:0.27614237491539667,&quot;isEndPoint&quot;:false},{&quot;x&quot;:0.5,&quot;y&quot;:0,&quot;isEndPoint&quot;:true},{&quot;x&quot;:0.5,&quot;y&quot;:-0.27614237491539667,&quot;isEndPoint&quot;:false},{&quot;x&quot;:0.2761423749153967,&quot;y&quot;:-0.5,&quot;isEndPoint&quot;:false},{&quot;x&quot;:3.061616997868383e-17,&quot;y&quot;:-0.5,&quot;isEndPoint&quot;:true},{&quot;x&quot;:-0.2761423749153966,&quot;y&quot;:-0.5,&quot;isEndPoint&quot;:false},{&quot;x&quot;:-0.49999999999999994,&quot;y&quot;:-0.2761423749153967,&quot;isEndPoint&quot;:false},{&quot;x&quot;:-0.5,&quot;y&quot;:-6.123233995736766e-17,&quot;isEndPoint&quot;:true}],&quot;closed&quot;:false}},&quot;pathStyles&quot;:[{&quot;type&quot;:&quot;FILL&quot;,&quot;fillStyle&quot;:&quot;context-stroke-flat&quot;}]}},&quot;isLocked&quot;:false,&quot;parent&quot;:{&quot;type&quot;:&quot;CHILD&quot;,&quot;parentId&quot;:&quot;5152bf38-3fb1-4160-bf49-67bc576fd7df&quot;,&quot;order&quot;:&quot;7&quot;},&quot;connectorInfo&quot;:{&quot;connectedObjects&quot;:[],&quot;type&quot;:&quot;LINE&quot;,&quot;offset&quot;:{&quot;x&quot;:0,&quot;y&quot;:0},&quot;bending&quot;:0.1,&quot;firstElementIsHead&quot;:true,&quot;customized&quot;:true},&quot;name&quot;:&quot;SBOL (promoter)&quot;,&quot;displayName&quot;:&quot;SBOL (promoter)&quot;,&quot;source&quot;:{&quot;id&quot;:&quot;63d95cc5d664bafc2d9ec7c0&quot;,&quot;type&quot;:&quot;ASSETS&quot;},&quot;isPremium&quot;:true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c998af16-4a7c-476e-8174-0554943b6d0f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c998af16-4a7c-476e-8174-0554943b6d0f&quot;:{&quot;type&quot;:&quot;FIGURE_OBJECT&quot;,&quot;id&quot;:&quot;c998af16-4a7c-476e-8174-0554943b6d0f&quot;,&quot;parent&quot;:{&quot;type&quot;:&quot;CHILD&quot;,&quot;parentId&quot;:&quot;5152bf38-3fb1-4160-bf49-67bc576fd7df&quot;,&quot;order&quot;:&quot;77&quot;},&quot;relativeTransform&quot;:{&quot;translate&quot;:{&quot;x&quot;:-86.22982085866232,&quot;y&quot;:-447.47808494549383},&quot;rotate&quot;:-1.0909895078760363,&quot;skewX&quot;:0,&quot;scale&quot;:{&quot;x&quot;:1,&quot;y&quot;:1}}},&quot;2726d096-ac86-4f0d-bcbb-c1a3e7c5e446&quot;:{&quot;id&quot;:&quot;2726d096-ac86-4f0d-bcbb-c1a3e7c5e446&quot;,&quot;name&quot;:&quot;Generic protein (blob 1, surface)&quot;,&quot;displayName&quot;:&quot;&quot;,&quot;type&quot;:&quot;FIGURE_OBJECT&quot;,&quot;relativeTransform&quot;:{&quot;translate&quot;:{&quot;x&quot;:-338.2310024647372,&quot;y&quot;:292.2650581733737},&quot;rotate&quot;:0,&quot;skewX&quot;:-7.42429494017054e-17,&quot;scale&quot;:{&quot;x&quot;:0.43127723913330784,&quot;y&quot;:0.43127723913330784}},&quot;image&quot;:{&quot;url&quot;:&quot;https://icons.cdn.biorender.com/biorender/5e2b00e24f2cc000281aa383/5b33cf261b9d67001413a52d.png&quot;,&quot;isPremium&quot;:false,&quot;isOrgIcon&quot;:false,&quot;size&quot;:{&quot;x&quot;:100,&quot;y&quot;:100},&quot;fallbackUrl&quot;:&quot;sources/icons/5e2b00e24f2cc000281aa383/5b33cf261b9d67001413a52d.svg&quot;},&quot;source&quot;:{&quot;id&quot;:&quot;5b33cf261b9d67001413a52d&quot;,&quot;version&quot;:&quot;20200902205854&quot;,&quot;type&quot;:&quot;ASSETS&quot;},&quot;isPremium&quot;:false,&quot;parent&quot;:{&quot;type&quot;:&quot;CHILD&quot;,&quot;parentId&quot;:&quot;c998af16-4a7c-476e-8174-0554943b6d0f&quot;,&quot;order&quot;:&quot;2&quot;}},&quot;1eddba97-c436-4d04-b5bb-eef54b5c19f4&quot;:{&quot;id&quot;:&quot;1eddba97-c436-4d04-b5bb-eef54b5c19f4&quot;,&quot;type&quot;:&quot;FIGURE_OBJECT&quot;,&quot;relativeTransform&quot;:{&quot;translate&quot;:{&quot;x&quot;:-338.2302316354051,&quot;y&quot;:292.26484900864045},&quot;rotate&quot;:1.0909895078760359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8.36804956999951,&quot;color&quot;:&quot;black&quot;,&quot;fontWeight&quot;:&quot;normal&quot;,&quot;fontStyle&quot;:&quot;normal&quot;,&quot;decoration&quot;:&quot;none&quot;,&quot;script&quot;:&quot;none&quot;},&quot;range&quot;:[0,1]}],&quot;text&quot;:&quot;TF&quot;}],&quot;_lastCaretLocation&quot;:{&quot;lineIndex&quot;:0,&quot;runIndex&quot;:-1,&quot;charIndex&quot;:-1,&quot;endOfLine&quot;:true}},&quot;format&quot;:&quot;BETTER_TEXT&quot;,&quot;size&quot;:{&quot;x&quot;:30.072253672012035,&quot;y&quot;:9.488835391447545},&quot;targetSize&quot;:{&quot;x&quot;:30.072253672012035,&quot;y&quot;:9.488835391447545}},&quot;parent&quot;:{&quot;type&quot;:&quot;CHILD&quot;,&quot;parentId&quot;:&quot;c998af16-4a7c-476e-8174-0554943b6d0f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b6435a2f-f84c-4158-864c-52f6dba52026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b6435a2f-f84c-4158-864c-52f6dba52026&quot;:{&quot;type&quot;:&quot;FIGURE_OBJECT&quot;,&quot;id&quot;:&quot;b6435a2f-f84c-4158-864c-52f6dba52026&quot;,&quot;parent&quot;:{&quot;type&quot;:&quot;CHILD&quot;,&quot;parentId&quot;:&quot;5152bf38-3fb1-4160-bf49-67bc576fd7df&quot;,&quot;order&quot;:&quot;8&quot;},&quot;relativeTransform&quot;:{&quot;translate&quot;:{&quot;x&quot;:208.45745674043872,&quot;y&quot;:218.34543691368947},&quot;rotate&quot;:1.7872213694268357,&quot;skewX&quot;:0,&quot;scale&quot;:{&quot;x&quot;:1,&quot;y&quot;:1}}},&quot;c9d470bc-c1ad-429d-8fdc-ee2b6ff4f49a&quot;:{&quot;id&quot;:&quot;c9d470bc-c1ad-429d-8fdc-ee2b6ff4f49a&quot;,&quot;name&quot;:&quot;Generic protein (blob 1, surface)&quot;,&quot;displayName&quot;:&quot;&quot;,&quot;type&quot;:&quot;FIGURE_OBJECT&quot;,&quot;relativeTransform&quot;:{&quot;translate&quot;:{&quot;x&quot;:-300.8657284693682,&quot;y&quot;:259.97776369610557},&quot;rotate&quot;:0,&quot;skewX&quot;:-7.424294940170539e-17,&quot;scale&quot;:{&quot;x&quot;:0.3836329011194902,&quot;y&quot;:0.3836329011194902}},&quot;image&quot;:{&quot;url&quot;:&quot;https://icons.cdn.biorender.com/biorender/5e2b00e24f2cc000281aa383/5b33cf261b9d67001413a52d.png&quot;,&quot;isPremium&quot;:false,&quot;isOrgIcon&quot;:false,&quot;size&quot;:{&quot;x&quot;:100,&quot;y&quot;:100},&quot;fallbackUrl&quot;:&quot;sources/icons/5e2b00e24f2cc000281aa383/5b33cf261b9d67001413a52d.svg&quot;},&quot;source&quot;:{&quot;id&quot;:&quot;5b33cf261b9d67001413a52d&quot;,&quot;version&quot;:&quot;20200902205854&quot;,&quot;type&quot;:&quot;ASSETS&quot;},&quot;isPremium&quot;:false,&quot;parent&quot;:{&quot;type&quot;:&quot;CHILD&quot;,&quot;parentId&quot;:&quot;b6435a2f-f84c-4158-864c-52f6dba52026&quot;,&quot;order&quot;:&quot;2&quot;}},&quot;9236a461-c462-4c3a-98c2-65a838018e64&quot;:{&quot;id&quot;:&quot;9236a461-c462-4c3a-98c2-65a838018e64&quot;,&quot;type&quot;:&quot;FIGURE_OBJECT&quot;,&quot;relativeTransform&quot;:{&quot;translate&quot;:{&quot;x&quot;:-300.8650427955924,&quot;y&quot;:259.977577638354},&quot;rotate&quot;:-1.787221369426836},&quot;text&quot;:{&quot;textData&quot;:{&quot;lineSpacing&quot;:&quot;normal&quot;,&quot;alignment&quot;:&quot;center&quot;,&quot;verticalAlign&quot;:&quot;TOP&quot;,&quot;lines&quot;:[{&quot;runs&quot;:[{&quot;style&quot;:{&quot;fontFamily&quot;:&quot;Roboto&quot;,&quot;fontSize&quot;:7.443608987346358,&quot;color&quot;:&quot;black&quot;,&quot;fontWeight&quot;:&quot;normal&quot;,&quot;fontStyle&quot;:&quot;normal&quot;,&quot;decoration&quot;:&quot;none&quot;,&quot;script&quot;:&quot;none&quot;},&quot;range&quot;:[0,1]}],&quot;text&quot;:&quot;TF&quot;}],&quot;_lastCaretLocation&quot;:{&quot;lineIndex&quot;:0,&quot;runIndex&quot;:-1,&quot;charIndex&quot;:-1,&quot;endOfLine&quot;:true}},&quot;format&quot;:&quot;BETTER_TEXT&quot;,&quot;size&quot;:{&quot;x&quot;:26.75009222044575,&quot;y&quot;:8.440578632857367},&quot;targetSize&quot;:{&quot;x&quot;:26.75009222044575,&quot;y&quot;:8.440578632857367}},&quot;parent&quot;:{&quot;type&quot;:&quot;CHILD&quot;,&quot;parentId&quot;:&quot;b6435a2f-f84c-4158-864c-52f6dba52026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b6d13145-52a6-47be-b418-3b2a3cdd0713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b6d13145-52a6-47be-b418-3b2a3cdd0713&quot;:{&quot;relativeTransform&quot;:{&quot;translate&quot;:{&quot;x&quot;:-3.272442425630345,&quot;y&quot;:-165.1066640288393},&quot;rotate&quot;:0,&quot;skewX&quot;:0,&quot;scale&quot;:{&quot;x&quot;:1,&quot;y&quot;:1}},&quot;type&quot;:&quot;FIGURE_OBJECT&quot;,&quot;id&quot;:&quot;b6d13145-52a6-47be-b418-3b2a3cdd0713&quot;,&quot;name&quot;:&quot;Methylation (pathway)&quot;,&quot;displayName&quot;:&quot;Methylation (pathway)&quot;,&quot;layout&quot;:{&quot;sizeRatio&quot;:{&quot;x&quot;:0.88,&quot;y&quot;:0.88},&quot;keepAspectRatio&quot;:true},&quot;opacity&quot;:1,&quot;path&quot;:{&quot;type&quot;:&quot;ELLIPSE&quot;,&quot;size&quot;:{&quot;x&quot;:13.391798207480445,&quot;y&quot;:13.391798207480448}},&quot;pathStyles&quot;:[{&quot;type&quot;:&quot;FILL&quot;,&quot;fillStyle&quot;:&quot;rgba(200, 77, 76, 1)&quot;},{&quot;type&quot;:&quot;STROKE&quot;,&quot;strokeStyle&quot;:&quot;rgba(107, 21, 25, 1)&quot;,&quot;lineWidth&quot;:0.5822520959774107,&quot;lineJoin&quot;:&quot;round&quot;}],&quot;isLocked&quot;:false,&quot;parent&quot;:{&quot;type&quot;:&quot;CHILD&quot;,&quot;parentId&quot;:&quot;5152bf38-3fb1-4160-bf49-67bc576fd7df&quot;,&quot;order&quot;:&quot;85&quot;},&quot;source&quot;:{&quot;id&quot;:&quot;67f815135b55c10655886257&quot;,&quot;type&quot;:&quot;ASSETS&quot;},&quot;isPremium&quot;:false},&quot;ec0fc458-5bba-4fad-865b-ddb4ae7f5b05&quot;:{&quot;type&quot;:&quot;FIGURE_OBJECT&quot;,&quot;id&quot;:&quot;ec0fc458-5bba-4fad-865b-ddb4ae7f5b05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434352895789165,&quot;color&quot;:&quot;rgba(255,255,255,1)&quot;,&quot;fontWeight&quot;:&quot;normal&quot;,&quot;fontStyle&quot;:&quot;normal&quot;,&quot;decoration&quot;:&quot;none&quot;,&quot;script&quot;:&quot;none&quot;}}],&quot;verticalAlign&quot;:&quot;TOP&quot;},&quot;size&quot;:{&quot;x&quot;:11.784782422582792,&quot;y&quot;:6.548467113356553},&quot;targetSize&quot;:{&quot;x&quot;:11.784782422582792,&quot;y&quot;:2},&quot;format&quot;:&quot;BETTER_TEXT&quot;},&quot;parent&quot;:{&quot;type&quot;:&quot;CHILD&quot;,&quot;parentId&quot;:&quot;b6d13145-52a6-47be-b418-3b2a3cdd0713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ags/tag1-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847338d32e6e277f6864569"/>
  <p:tag name="FIGURESLIDEID" val="5152bf38-3fb1-4160-bf49-67bc576fd7df"/>
  <p:tag name="SELECTIONIDS" val="f4e71df3-5fff-4a2e-906f-4f1acf3bcad6"/>
  <p:tag name="TRANSPARENTBACKGROUND" val="true"/>
  <p:tag name="VERSION" val="1773785451680"/>
  <p:tag name="TITLE" val="AnimalVax"/>
  <p:tag name="CREATORNAME" val="Wasim Syed"/>
  <p:tag name="DATEINSERTED" val="1773785451955"/>
  <p:tag name="DPI" val="300"/>
  <p:tag name="BIOJSON" val="{&quot;id&quot;:&quot;aa2a7912-7095-48fe-a229-0174bdfa533b&quot;,&quot;objects&quot;:{&quot;f4e71df3-5fff-4a2e-906f-4f1acf3bcad6&quot;:{&quot;relativeTransform&quot;:{&quot;translate&quot;:{&quot;x&quot;:-5.586208496069105,&quot;y&quot;:23.151225350911204},&quot;rotate&quot;:0,&quot;skewX&quot;:0,&quot;scale&quot;:{&quot;x&quot;:1,&quot;y&quot;:1}},&quot;type&quot;:&quot;FIGURE_OBJECT&quot;,&quot;id&quot;:&quot;f4e71df3-5fff-4a2e-906f-4f1acf3bcad6&quot;,&quot;name&quot;:&quot;Methylation (pathway)&quot;,&quot;displayName&quot;:&quot;Methylation (pathway)&quot;,&quot;layout&quot;:{&quot;sizeRatio&quot;:{&quot;x&quot;:0.88,&quot;y&quot;:0.88},&quot;keepAspectRatio&quot;:true},&quot;opacity&quot;:1,&quot;path&quot;:{&quot;type&quot;:&quot;ELLIPSE&quot;,&quot;size&quot;:{&quot;x&quot;:12.637585811950878,&quot;y&quot;:12.63758581195088}},&quot;pathStyles&quot;:[{&quot;type&quot;:&quot;FILL&quot;,&quot;fillStyle&quot;:&quot;rgba(200, 77, 76, 1)&quot;},{&quot;type&quot;:&quot;STROKE&quot;,&quot;strokeStyle&quot;:&quot;rgba(107, 21, 25, 1)&quot;,&quot;lineWidth&quot;:0.5494602526935163,&quot;lineJoin&quot;:&quot;round&quot;}],&quot;isLocked&quot;:false,&quot;parent&quot;:{&quot;type&quot;:&quot;CHILD&quot;,&quot;parentId&quot;:&quot;5152bf38-3fb1-4160-bf49-67bc576fd7df&quot;,&quot;order&quot;:&quot;9&quot;},&quot;source&quot;:{&quot;id&quot;:&quot;67f815135b55c10655886257&quot;,&quot;type&quot;:&quot;ASSETS&quot;},&quot;isPremium&quot;:false},&quot;cd3786a7-a65e-422c-8d8b-2341080e8da1&quot;:{&quot;type&quot;:&quot;FIGURE_OBJECT&quot;,&quot;id&quot;:&quot;cd3786a7-a65e-422c-8d8b-2341080e8da1&quot;,&quot;relativeTransform&quot;:{&quot;translate&quot;:{&quot;x&quot;:0,&quot;y&quot;:0},&quot;rotate&quot;:0},&quot;text&quot;:{&quot;textData&quot;:{&quot;lineSpacing&quot;:&quot;normal&quot;,&quot;alignment&quot;:&quot;center&quot;,&quot;lines&quot;:[{&quot;runs&quot;:[],&quot;text&quot;:&quot;&quot;,&quot;baseStyle&quot;:{&quot;fontFamily&quot;:&quot;Roboto&quot;,&quot;fontSize&quot;:5.128295691806152,&quot;color&quot;:&quot;rgba(255,255,255,1)&quot;,&quot;fontWeight&quot;:&quot;normal&quot;,&quot;fontStyle&quot;:&quot;normal&quot;,&quot;decoration&quot;:&quot;none&quot;,&quot;script&quot;:&quot;none&quot;}}],&quot;verticalAlign&quot;:&quot;TOP&quot;},&quot;size&quot;:{&quot;x&quot;:11.121075514516772,&quot;y&quot;:6.179664134690669},&quot;targetSize&quot;:{&quot;x&quot;:11.121075514516772,&quot;y&quot;:2},&quot;format&quot;:&quot;BETTER_TEXT&quot;},&quot;parent&quot;:{&quot;type&quot;:&quot;CHILD&quot;,&quot;parentId&quot;:&quot;f4e71df3-5fff-4a2e-906f-4f1acf3bcad6&quot;,&quot;order&quot;:&quot;5&quot;}},&quot;5152bf38-3fb1-4160-bf49-67bc576fd7df&quot;:{&quot;id&quot;:&quot;5152bf38-3fb1-4160-bf49-67bc576fd7df&quot;,&quot;type&quot;:&quot;FIGURE_OBJECT&quot;,&quot;document&quot;:{&quot;type&quot;:&quot;FIGURE&quot;,&quot;canvasType&quot;:&quot;FIGURE&quot;,&quot;units&quot;:&quot;cm&quot;,&quot;aspectRatio&quot;:1},&quot;parent&quot;:{&quot;type&quot;:&quot;DOCUMENT&quot;,&quot;parentId&quot;:&quot;aa2a7912-7095-48fe-a229-0174bdfa533b&quot;,&quot;order&quot;:&quot;072&quot;}},&quot;aa2a7912-7095-48fe-a229-0174bdfa533b&quot;:{&quot;id&quot;:&quot;aa2a7912-7095-48fe-a229-0174bdfa533b&quot;,&quot;type&quot;:&quot;FIGURE_OBJECT&quot;,&quot;document&quot;:{&quot;type&quot;:&quot;DOCUMENT_GROUP&quot;,&quot;canvasType&quot;:&quot;SLID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2026-03-17T22:10:56Z</dcterms:created>
  <dcterms:modified xsi:type="dcterms:W3CDTF">2026-03-17T22:10:56Z</dcterms:modified>
</cp:coreProperties>
</file>